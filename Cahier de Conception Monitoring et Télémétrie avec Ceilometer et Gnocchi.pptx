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3A10A3-BFFE-4B99-AA36-7FD73F03CC7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AA3E4069-B4FC-484A-B71C-715567263AF1}">
      <dgm:prSet phldrT="[Texte]"/>
      <dgm:spPr/>
      <dgm:t>
        <a:bodyPr/>
        <a:lstStyle/>
        <a:p>
          <a:r>
            <a:rPr lang="fr-CM" dirty="0" err="1"/>
            <a:t>Ceilometer</a:t>
          </a:r>
          <a:endParaRPr lang="fr-CM" dirty="0"/>
        </a:p>
      </dgm:t>
    </dgm:pt>
    <dgm:pt modelId="{831F38EE-BD60-4F8F-991F-3BA98C2D5B42}" type="parTrans" cxnId="{91C8E1FF-B985-4C07-ACD9-5992ADC74871}">
      <dgm:prSet/>
      <dgm:spPr/>
      <dgm:t>
        <a:bodyPr/>
        <a:lstStyle/>
        <a:p>
          <a:endParaRPr lang="fr-CM"/>
        </a:p>
      </dgm:t>
    </dgm:pt>
    <dgm:pt modelId="{1BCB596D-D8ED-4DB5-9B43-5CD480E63857}" type="sibTrans" cxnId="{91C8E1FF-B985-4C07-ACD9-5992ADC74871}">
      <dgm:prSet/>
      <dgm:spPr/>
      <dgm:t>
        <a:bodyPr/>
        <a:lstStyle/>
        <a:p>
          <a:endParaRPr lang="fr-CM"/>
        </a:p>
      </dgm:t>
    </dgm:pt>
    <dgm:pt modelId="{4FEADA73-46F8-4D79-B349-F77CCB4A71C2}">
      <dgm:prSet phldrT="[Texte]"/>
      <dgm:spPr/>
      <dgm:t>
        <a:bodyPr/>
        <a:lstStyle/>
        <a:p>
          <a:r>
            <a:rPr lang="fr-FR" dirty="0"/>
            <a:t>Agit comme l'agent de collecte (Polling) et de notification.</a:t>
          </a:r>
          <a:endParaRPr lang="fr-CM" dirty="0"/>
        </a:p>
      </dgm:t>
    </dgm:pt>
    <dgm:pt modelId="{5AB36ED2-AC67-46F8-8287-484A4E960129}" type="parTrans" cxnId="{D427D464-D4A9-49CF-818F-9E1B181CFFC0}">
      <dgm:prSet/>
      <dgm:spPr/>
      <dgm:t>
        <a:bodyPr/>
        <a:lstStyle/>
        <a:p>
          <a:endParaRPr lang="fr-CM"/>
        </a:p>
      </dgm:t>
    </dgm:pt>
    <dgm:pt modelId="{094D4969-8D1F-439C-832C-A7D1737AD1DE}" type="sibTrans" cxnId="{D427D464-D4A9-49CF-818F-9E1B181CFFC0}">
      <dgm:prSet/>
      <dgm:spPr/>
      <dgm:t>
        <a:bodyPr/>
        <a:lstStyle/>
        <a:p>
          <a:endParaRPr lang="fr-CM"/>
        </a:p>
      </dgm:t>
    </dgm:pt>
    <dgm:pt modelId="{41EE28BA-0F78-467E-9B78-C057396C0ECA}">
      <dgm:prSet phldrT="[Texte]"/>
      <dgm:spPr/>
      <dgm:t>
        <a:bodyPr/>
        <a:lstStyle/>
        <a:p>
          <a:r>
            <a:rPr lang="fr-CM" dirty="0"/>
            <a:t>Gnocchi</a:t>
          </a:r>
        </a:p>
      </dgm:t>
    </dgm:pt>
    <dgm:pt modelId="{BCC69CA8-9CD4-4073-A71C-7686E855B565}" type="parTrans" cxnId="{0181C836-230A-4F51-BE64-22E9BDE1102D}">
      <dgm:prSet/>
      <dgm:spPr/>
      <dgm:t>
        <a:bodyPr/>
        <a:lstStyle/>
        <a:p>
          <a:endParaRPr lang="fr-CM"/>
        </a:p>
      </dgm:t>
    </dgm:pt>
    <dgm:pt modelId="{EC972128-4F6D-4172-96CB-E76CCC71DBCD}" type="sibTrans" cxnId="{0181C836-230A-4F51-BE64-22E9BDE1102D}">
      <dgm:prSet/>
      <dgm:spPr/>
      <dgm:t>
        <a:bodyPr/>
        <a:lstStyle/>
        <a:p>
          <a:endParaRPr lang="fr-CM"/>
        </a:p>
      </dgm:t>
    </dgm:pt>
    <dgm:pt modelId="{EA152AE2-733E-4761-B5FD-87127BB7257F}">
      <dgm:prSet phldrT="[Texte]"/>
      <dgm:spPr/>
      <dgm:t>
        <a:bodyPr/>
        <a:lstStyle/>
        <a:p>
          <a:r>
            <a:rPr lang="fr-FR" dirty="0"/>
            <a:t>Sert de base de données d'indexation et de stockage de séries temporelles (TDBDS) optimisée pour les gros volumes de données.</a:t>
          </a:r>
          <a:endParaRPr lang="fr-CM" dirty="0"/>
        </a:p>
      </dgm:t>
    </dgm:pt>
    <dgm:pt modelId="{EC46356D-E7EC-4487-9B57-173A6F1E44DD}" type="parTrans" cxnId="{95B1CC36-186F-4073-B1D1-5A90EC38451A}">
      <dgm:prSet/>
      <dgm:spPr/>
      <dgm:t>
        <a:bodyPr/>
        <a:lstStyle/>
        <a:p>
          <a:endParaRPr lang="fr-CM"/>
        </a:p>
      </dgm:t>
    </dgm:pt>
    <dgm:pt modelId="{8AD8C891-36E5-494A-80FE-D4887B323BE3}" type="sibTrans" cxnId="{95B1CC36-186F-4073-B1D1-5A90EC38451A}">
      <dgm:prSet/>
      <dgm:spPr/>
      <dgm:t>
        <a:bodyPr/>
        <a:lstStyle/>
        <a:p>
          <a:endParaRPr lang="fr-CM"/>
        </a:p>
      </dgm:t>
    </dgm:pt>
    <dgm:pt modelId="{615FB940-C30B-432D-9C38-1AD67A0C1FBA}" type="pres">
      <dgm:prSet presAssocID="{343A10A3-BFFE-4B99-AA36-7FD73F03CC78}" presName="linear" presStyleCnt="0">
        <dgm:presLayoutVars>
          <dgm:dir/>
          <dgm:animLvl val="lvl"/>
          <dgm:resizeHandles val="exact"/>
        </dgm:presLayoutVars>
      </dgm:prSet>
      <dgm:spPr/>
    </dgm:pt>
    <dgm:pt modelId="{6CEE80B0-4F7B-4A2E-B085-B5437623D750}" type="pres">
      <dgm:prSet presAssocID="{AA3E4069-B4FC-484A-B71C-715567263AF1}" presName="parentLin" presStyleCnt="0"/>
      <dgm:spPr/>
    </dgm:pt>
    <dgm:pt modelId="{D92B9968-2313-4181-BADD-3D7AABE57AA5}" type="pres">
      <dgm:prSet presAssocID="{AA3E4069-B4FC-484A-B71C-715567263AF1}" presName="parentLeftMargin" presStyleLbl="node1" presStyleIdx="0" presStyleCnt="2"/>
      <dgm:spPr/>
    </dgm:pt>
    <dgm:pt modelId="{71AB6101-DAA0-4F3E-882E-A0114243B93B}" type="pres">
      <dgm:prSet presAssocID="{AA3E4069-B4FC-484A-B71C-715567263A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55B4E7-0873-4E89-8C65-9281FEEA5F07}" type="pres">
      <dgm:prSet presAssocID="{AA3E4069-B4FC-484A-B71C-715567263AF1}" presName="negativeSpace" presStyleCnt="0"/>
      <dgm:spPr/>
    </dgm:pt>
    <dgm:pt modelId="{3897161D-4548-4006-88D3-4EEE16B143D3}" type="pres">
      <dgm:prSet presAssocID="{AA3E4069-B4FC-484A-B71C-715567263AF1}" presName="childText" presStyleLbl="conFgAcc1" presStyleIdx="0" presStyleCnt="2">
        <dgm:presLayoutVars>
          <dgm:bulletEnabled val="1"/>
        </dgm:presLayoutVars>
      </dgm:prSet>
      <dgm:spPr/>
    </dgm:pt>
    <dgm:pt modelId="{E39C266A-2EAC-409B-A99F-5BB12344BD81}" type="pres">
      <dgm:prSet presAssocID="{1BCB596D-D8ED-4DB5-9B43-5CD480E63857}" presName="spaceBetweenRectangles" presStyleCnt="0"/>
      <dgm:spPr/>
    </dgm:pt>
    <dgm:pt modelId="{BA3587B2-1B90-4FBD-8614-32D19F29AD0F}" type="pres">
      <dgm:prSet presAssocID="{41EE28BA-0F78-467E-9B78-C057396C0ECA}" presName="parentLin" presStyleCnt="0"/>
      <dgm:spPr/>
    </dgm:pt>
    <dgm:pt modelId="{185B2D76-D9AF-4661-87FC-7C4400E0D810}" type="pres">
      <dgm:prSet presAssocID="{41EE28BA-0F78-467E-9B78-C057396C0ECA}" presName="parentLeftMargin" presStyleLbl="node1" presStyleIdx="0" presStyleCnt="2"/>
      <dgm:spPr/>
    </dgm:pt>
    <dgm:pt modelId="{0C85129E-D53A-415C-B20E-3A18BF1337B8}" type="pres">
      <dgm:prSet presAssocID="{41EE28BA-0F78-467E-9B78-C057396C0EC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F76A2F7-C194-42D1-8BC7-15656A8FFD38}" type="pres">
      <dgm:prSet presAssocID="{41EE28BA-0F78-467E-9B78-C057396C0ECA}" presName="negativeSpace" presStyleCnt="0"/>
      <dgm:spPr/>
    </dgm:pt>
    <dgm:pt modelId="{6F0BFCE7-AA9D-42C2-9CCD-FF1416A0450F}" type="pres">
      <dgm:prSet presAssocID="{41EE28BA-0F78-467E-9B78-C057396C0EC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DEC4D13-E80F-4D61-800E-8CA4E3D41C62}" type="presOf" srcId="{AA3E4069-B4FC-484A-B71C-715567263AF1}" destId="{D92B9968-2313-4181-BADD-3D7AABE57AA5}" srcOrd="0" destOrd="0" presId="urn:microsoft.com/office/officeart/2005/8/layout/list1"/>
    <dgm:cxn modelId="{0181C836-230A-4F51-BE64-22E9BDE1102D}" srcId="{343A10A3-BFFE-4B99-AA36-7FD73F03CC78}" destId="{41EE28BA-0F78-467E-9B78-C057396C0ECA}" srcOrd="1" destOrd="0" parTransId="{BCC69CA8-9CD4-4073-A71C-7686E855B565}" sibTransId="{EC972128-4F6D-4172-96CB-E76CCC71DBCD}"/>
    <dgm:cxn modelId="{95B1CC36-186F-4073-B1D1-5A90EC38451A}" srcId="{41EE28BA-0F78-467E-9B78-C057396C0ECA}" destId="{EA152AE2-733E-4761-B5FD-87127BB7257F}" srcOrd="0" destOrd="0" parTransId="{EC46356D-E7EC-4487-9B57-173A6F1E44DD}" sibTransId="{8AD8C891-36E5-494A-80FE-D4887B323BE3}"/>
    <dgm:cxn modelId="{D427D464-D4A9-49CF-818F-9E1B181CFFC0}" srcId="{AA3E4069-B4FC-484A-B71C-715567263AF1}" destId="{4FEADA73-46F8-4D79-B349-F77CCB4A71C2}" srcOrd="0" destOrd="0" parTransId="{5AB36ED2-AC67-46F8-8287-484A4E960129}" sibTransId="{094D4969-8D1F-439C-832C-A7D1737AD1DE}"/>
    <dgm:cxn modelId="{C678D470-5477-4694-99B2-022682A9353D}" type="presOf" srcId="{41EE28BA-0F78-467E-9B78-C057396C0ECA}" destId="{0C85129E-D53A-415C-B20E-3A18BF1337B8}" srcOrd="1" destOrd="0" presId="urn:microsoft.com/office/officeart/2005/8/layout/list1"/>
    <dgm:cxn modelId="{8CF2DAAA-AD13-403A-A9CC-068080D9FEDF}" type="presOf" srcId="{AA3E4069-B4FC-484A-B71C-715567263AF1}" destId="{71AB6101-DAA0-4F3E-882E-A0114243B93B}" srcOrd="1" destOrd="0" presId="urn:microsoft.com/office/officeart/2005/8/layout/list1"/>
    <dgm:cxn modelId="{FB8A97BF-4D7A-49F6-B1E6-8172B9C31CF6}" type="presOf" srcId="{EA152AE2-733E-4761-B5FD-87127BB7257F}" destId="{6F0BFCE7-AA9D-42C2-9CCD-FF1416A0450F}" srcOrd="0" destOrd="0" presId="urn:microsoft.com/office/officeart/2005/8/layout/list1"/>
    <dgm:cxn modelId="{23F61AD8-6CB1-4779-923B-A4D1AEF1C446}" type="presOf" srcId="{41EE28BA-0F78-467E-9B78-C057396C0ECA}" destId="{185B2D76-D9AF-4661-87FC-7C4400E0D810}" srcOrd="0" destOrd="0" presId="urn:microsoft.com/office/officeart/2005/8/layout/list1"/>
    <dgm:cxn modelId="{DB1537E8-62EB-4B18-BCBF-F5F268FC576A}" type="presOf" srcId="{4FEADA73-46F8-4D79-B349-F77CCB4A71C2}" destId="{3897161D-4548-4006-88D3-4EEE16B143D3}" srcOrd="0" destOrd="0" presId="urn:microsoft.com/office/officeart/2005/8/layout/list1"/>
    <dgm:cxn modelId="{A9031FF3-26DE-48C9-932C-DC5377E90013}" type="presOf" srcId="{343A10A3-BFFE-4B99-AA36-7FD73F03CC78}" destId="{615FB940-C30B-432D-9C38-1AD67A0C1FBA}" srcOrd="0" destOrd="0" presId="urn:microsoft.com/office/officeart/2005/8/layout/list1"/>
    <dgm:cxn modelId="{91C8E1FF-B985-4C07-ACD9-5992ADC74871}" srcId="{343A10A3-BFFE-4B99-AA36-7FD73F03CC78}" destId="{AA3E4069-B4FC-484A-B71C-715567263AF1}" srcOrd="0" destOrd="0" parTransId="{831F38EE-BD60-4F8F-991F-3BA98C2D5B42}" sibTransId="{1BCB596D-D8ED-4DB5-9B43-5CD480E63857}"/>
    <dgm:cxn modelId="{CF5EFE3C-A1D0-4866-931D-FEBB3C11FB04}" type="presParOf" srcId="{615FB940-C30B-432D-9C38-1AD67A0C1FBA}" destId="{6CEE80B0-4F7B-4A2E-B085-B5437623D750}" srcOrd="0" destOrd="0" presId="urn:microsoft.com/office/officeart/2005/8/layout/list1"/>
    <dgm:cxn modelId="{476A2B68-293C-4BFB-B23D-42222ABA5B18}" type="presParOf" srcId="{6CEE80B0-4F7B-4A2E-B085-B5437623D750}" destId="{D92B9968-2313-4181-BADD-3D7AABE57AA5}" srcOrd="0" destOrd="0" presId="urn:microsoft.com/office/officeart/2005/8/layout/list1"/>
    <dgm:cxn modelId="{E8A30B5A-37E8-4DAF-BDCA-F5D9B72F3AF3}" type="presParOf" srcId="{6CEE80B0-4F7B-4A2E-B085-B5437623D750}" destId="{71AB6101-DAA0-4F3E-882E-A0114243B93B}" srcOrd="1" destOrd="0" presId="urn:microsoft.com/office/officeart/2005/8/layout/list1"/>
    <dgm:cxn modelId="{32835293-A4FE-44C5-BE9C-CD46813CCFF3}" type="presParOf" srcId="{615FB940-C30B-432D-9C38-1AD67A0C1FBA}" destId="{B255B4E7-0873-4E89-8C65-9281FEEA5F07}" srcOrd="1" destOrd="0" presId="urn:microsoft.com/office/officeart/2005/8/layout/list1"/>
    <dgm:cxn modelId="{8BBF52B2-6D24-4661-B8A9-F7761E72E8D6}" type="presParOf" srcId="{615FB940-C30B-432D-9C38-1AD67A0C1FBA}" destId="{3897161D-4548-4006-88D3-4EEE16B143D3}" srcOrd="2" destOrd="0" presId="urn:microsoft.com/office/officeart/2005/8/layout/list1"/>
    <dgm:cxn modelId="{3CFB5998-6493-452B-92CA-0EC41284B633}" type="presParOf" srcId="{615FB940-C30B-432D-9C38-1AD67A0C1FBA}" destId="{E39C266A-2EAC-409B-A99F-5BB12344BD81}" srcOrd="3" destOrd="0" presId="urn:microsoft.com/office/officeart/2005/8/layout/list1"/>
    <dgm:cxn modelId="{0C9F3D60-0D56-4CE7-8E72-ECE44E5C0CB9}" type="presParOf" srcId="{615FB940-C30B-432D-9C38-1AD67A0C1FBA}" destId="{BA3587B2-1B90-4FBD-8614-32D19F29AD0F}" srcOrd="4" destOrd="0" presId="urn:microsoft.com/office/officeart/2005/8/layout/list1"/>
    <dgm:cxn modelId="{0EB03F87-4F29-4C5A-9F53-428FAC2F1099}" type="presParOf" srcId="{BA3587B2-1B90-4FBD-8614-32D19F29AD0F}" destId="{185B2D76-D9AF-4661-87FC-7C4400E0D810}" srcOrd="0" destOrd="0" presId="urn:microsoft.com/office/officeart/2005/8/layout/list1"/>
    <dgm:cxn modelId="{6F4A64EF-F687-437B-B3F2-D853D7602B50}" type="presParOf" srcId="{BA3587B2-1B90-4FBD-8614-32D19F29AD0F}" destId="{0C85129E-D53A-415C-B20E-3A18BF1337B8}" srcOrd="1" destOrd="0" presId="urn:microsoft.com/office/officeart/2005/8/layout/list1"/>
    <dgm:cxn modelId="{EC749BEE-EB3C-48E5-AB9D-4C8158123C8F}" type="presParOf" srcId="{615FB940-C30B-432D-9C38-1AD67A0C1FBA}" destId="{8F76A2F7-C194-42D1-8BC7-15656A8FFD38}" srcOrd="5" destOrd="0" presId="urn:microsoft.com/office/officeart/2005/8/layout/list1"/>
    <dgm:cxn modelId="{5433B546-1163-481A-A814-7B6B466ECAD9}" type="presParOf" srcId="{615FB940-C30B-432D-9C38-1AD67A0C1FBA}" destId="{6F0BFCE7-AA9D-42C2-9CCD-FF1416A0450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7E3A63-351B-4BE6-B33D-E0294F5D5B1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D55A9EB9-0C8E-4EE8-90DD-F312673CC9AF}">
      <dgm:prSet phldrT="[Texte]"/>
      <dgm:spPr/>
      <dgm:t>
        <a:bodyPr/>
        <a:lstStyle/>
        <a:p>
          <a:r>
            <a:rPr lang="fr-CM" dirty="0" err="1"/>
            <a:t>Ceilometer</a:t>
          </a:r>
          <a:r>
            <a:rPr lang="fr-CM" dirty="0"/>
            <a:t> </a:t>
          </a:r>
          <a:r>
            <a:rPr lang="fr-CM" dirty="0" err="1"/>
            <a:t>Compute</a:t>
          </a:r>
          <a:r>
            <a:rPr lang="fr-CM" dirty="0"/>
            <a:t> Agent</a:t>
          </a:r>
        </a:p>
      </dgm:t>
    </dgm:pt>
    <dgm:pt modelId="{7FF42C90-D9E0-42C5-8A8F-847CEAA6673F}" type="parTrans" cxnId="{65C7096F-5BD7-41E4-B2AD-42EEB179BC13}">
      <dgm:prSet/>
      <dgm:spPr/>
      <dgm:t>
        <a:bodyPr/>
        <a:lstStyle/>
        <a:p>
          <a:endParaRPr lang="fr-CM"/>
        </a:p>
      </dgm:t>
    </dgm:pt>
    <dgm:pt modelId="{7CFCE0C3-FB2D-484F-B8D3-D03635D5B0B0}" type="sibTrans" cxnId="{65C7096F-5BD7-41E4-B2AD-42EEB179BC13}">
      <dgm:prSet/>
      <dgm:spPr/>
      <dgm:t>
        <a:bodyPr/>
        <a:lstStyle/>
        <a:p>
          <a:endParaRPr lang="fr-CM"/>
        </a:p>
      </dgm:t>
    </dgm:pt>
    <dgm:pt modelId="{57E22846-3F53-4D1B-902D-AE314CA5A9C0}">
      <dgm:prSet phldrT="[Texte]"/>
      <dgm:spPr/>
      <dgm:t>
        <a:bodyPr/>
        <a:lstStyle/>
        <a:p>
          <a:r>
            <a:rPr lang="fr-CM" dirty="0" err="1"/>
            <a:t>Ceilometer</a:t>
          </a:r>
          <a:r>
            <a:rPr lang="fr-CM" dirty="0"/>
            <a:t> Central Agent</a:t>
          </a:r>
        </a:p>
      </dgm:t>
    </dgm:pt>
    <dgm:pt modelId="{0B6C4A2B-8260-4320-BF50-E1C9461718B6}" type="parTrans" cxnId="{325AC32F-1268-4869-8DFF-59CBA779F59B}">
      <dgm:prSet/>
      <dgm:spPr/>
      <dgm:t>
        <a:bodyPr/>
        <a:lstStyle/>
        <a:p>
          <a:endParaRPr lang="fr-CM"/>
        </a:p>
      </dgm:t>
    </dgm:pt>
    <dgm:pt modelId="{884CA54C-CC20-473C-9B88-24936B1009A9}" type="sibTrans" cxnId="{325AC32F-1268-4869-8DFF-59CBA779F59B}">
      <dgm:prSet/>
      <dgm:spPr/>
      <dgm:t>
        <a:bodyPr/>
        <a:lstStyle/>
        <a:p>
          <a:endParaRPr lang="fr-CM"/>
        </a:p>
      </dgm:t>
    </dgm:pt>
    <dgm:pt modelId="{F1181A65-A3C8-4BE8-8DE3-46FDFB45A13E}">
      <dgm:prSet phldrT="[Texte]"/>
      <dgm:spPr/>
      <dgm:t>
        <a:bodyPr/>
        <a:lstStyle/>
        <a:p>
          <a:r>
            <a:rPr lang="fr-CM" dirty="0" err="1"/>
            <a:t>Ceilometer</a:t>
          </a:r>
          <a:r>
            <a:rPr lang="fr-CM" dirty="0"/>
            <a:t> Notification Agent</a:t>
          </a:r>
        </a:p>
      </dgm:t>
    </dgm:pt>
    <dgm:pt modelId="{089B0417-2045-4059-AC14-E7E4872FDF5B}" type="parTrans" cxnId="{2E2E32BE-E24F-46E0-8AD5-6BB17FE1758D}">
      <dgm:prSet/>
      <dgm:spPr/>
      <dgm:t>
        <a:bodyPr/>
        <a:lstStyle/>
        <a:p>
          <a:endParaRPr lang="fr-CM"/>
        </a:p>
      </dgm:t>
    </dgm:pt>
    <dgm:pt modelId="{01651653-0A1D-4F82-B5E4-EA127FA3D86A}" type="sibTrans" cxnId="{2E2E32BE-E24F-46E0-8AD5-6BB17FE1758D}">
      <dgm:prSet/>
      <dgm:spPr/>
      <dgm:t>
        <a:bodyPr/>
        <a:lstStyle/>
        <a:p>
          <a:endParaRPr lang="fr-CM"/>
        </a:p>
      </dgm:t>
    </dgm:pt>
    <dgm:pt modelId="{21A667CA-2364-465B-A227-3B98A2C84812}">
      <dgm:prSet phldrT="[Texte]"/>
      <dgm:spPr/>
      <dgm:t>
        <a:bodyPr/>
        <a:lstStyle/>
        <a:p>
          <a:r>
            <a:rPr lang="fr-FR" dirty="0"/>
            <a:t>S'exécute sur les nœuds de calcul pour collecter les statistiques des instances (CPU, RAM).</a:t>
          </a:r>
          <a:endParaRPr lang="fr-CM" dirty="0"/>
        </a:p>
      </dgm:t>
    </dgm:pt>
    <dgm:pt modelId="{95169A75-5855-4364-929F-294AED80BC66}" type="parTrans" cxnId="{BF738A05-64FF-44C7-85D2-C2AB62892B2C}">
      <dgm:prSet/>
      <dgm:spPr/>
      <dgm:t>
        <a:bodyPr/>
        <a:lstStyle/>
        <a:p>
          <a:endParaRPr lang="fr-CM"/>
        </a:p>
      </dgm:t>
    </dgm:pt>
    <dgm:pt modelId="{111BC477-5228-4BE4-9DA4-C1F0E25D3594}" type="sibTrans" cxnId="{BF738A05-64FF-44C7-85D2-C2AB62892B2C}">
      <dgm:prSet/>
      <dgm:spPr/>
      <dgm:t>
        <a:bodyPr/>
        <a:lstStyle/>
        <a:p>
          <a:endParaRPr lang="fr-CM"/>
        </a:p>
      </dgm:t>
    </dgm:pt>
    <dgm:pt modelId="{212DFA5F-71E7-4161-ABA1-E81912DCB99C}">
      <dgm:prSet phldrT="[Texte]"/>
      <dgm:spPr/>
      <dgm:t>
        <a:bodyPr/>
        <a:lstStyle/>
        <a:p>
          <a:r>
            <a:rPr lang="fr-FR" dirty="0"/>
            <a:t>Récupère les données des services via les API (Image, Volume, Réseau).</a:t>
          </a:r>
          <a:endParaRPr lang="fr-CM" dirty="0"/>
        </a:p>
      </dgm:t>
    </dgm:pt>
    <dgm:pt modelId="{D0C93B31-A0B6-4794-9A8B-4C3924C82804}" type="parTrans" cxnId="{E56E8D7B-9714-4C0E-83DD-EC1647AEF90B}">
      <dgm:prSet/>
      <dgm:spPr/>
      <dgm:t>
        <a:bodyPr/>
        <a:lstStyle/>
        <a:p>
          <a:endParaRPr lang="fr-CM"/>
        </a:p>
      </dgm:t>
    </dgm:pt>
    <dgm:pt modelId="{ED65FF94-C69B-435A-8F42-723E977EBECB}" type="sibTrans" cxnId="{E56E8D7B-9714-4C0E-83DD-EC1647AEF90B}">
      <dgm:prSet/>
      <dgm:spPr/>
      <dgm:t>
        <a:bodyPr/>
        <a:lstStyle/>
        <a:p>
          <a:endParaRPr lang="fr-CM"/>
        </a:p>
      </dgm:t>
    </dgm:pt>
    <dgm:pt modelId="{920953D6-DA41-430A-86EE-E068C6BAAED2}">
      <dgm:prSet phldrT="[Texte]"/>
      <dgm:spPr/>
      <dgm:t>
        <a:bodyPr/>
        <a:lstStyle/>
        <a:p>
          <a:r>
            <a:rPr lang="fr-FR" dirty="0"/>
            <a:t>Écoute les messages sur le bus (</a:t>
          </a:r>
          <a:r>
            <a:rPr lang="fr-FR" dirty="0" err="1"/>
            <a:t>RabbitMQ</a:t>
          </a:r>
          <a:r>
            <a:rPr lang="fr-FR" dirty="0"/>
            <a:t>) pour transformer les événements en métriques Gnocchi.</a:t>
          </a:r>
          <a:endParaRPr lang="fr-CM" dirty="0"/>
        </a:p>
      </dgm:t>
    </dgm:pt>
    <dgm:pt modelId="{0952BEB5-B8A1-4236-A3A2-44109428BE1A}" type="parTrans" cxnId="{2989C519-9E22-4A4E-8063-DDC74776E2FC}">
      <dgm:prSet/>
      <dgm:spPr/>
      <dgm:t>
        <a:bodyPr/>
        <a:lstStyle/>
        <a:p>
          <a:endParaRPr lang="fr-CM"/>
        </a:p>
      </dgm:t>
    </dgm:pt>
    <dgm:pt modelId="{0557029A-F530-4A8C-B65B-111A33E1ACED}" type="sibTrans" cxnId="{2989C519-9E22-4A4E-8063-DDC74776E2FC}">
      <dgm:prSet/>
      <dgm:spPr/>
      <dgm:t>
        <a:bodyPr/>
        <a:lstStyle/>
        <a:p>
          <a:endParaRPr lang="fr-CM"/>
        </a:p>
      </dgm:t>
    </dgm:pt>
    <dgm:pt modelId="{70FC669B-5398-4D25-88CD-0E82F5A8F6D0}">
      <dgm:prSet phldrT="[Texte]"/>
      <dgm:spPr/>
      <dgm:t>
        <a:bodyPr/>
        <a:lstStyle/>
        <a:p>
          <a:r>
            <a:rPr lang="fr-CM" dirty="0"/>
            <a:t>Gnocchi Indexer (</a:t>
          </a:r>
          <a:r>
            <a:rPr lang="fr-CM" dirty="0" err="1"/>
            <a:t>MariaDB</a:t>
          </a:r>
          <a:r>
            <a:rPr lang="fr-CM" dirty="0"/>
            <a:t>/PostgreSQL)</a:t>
          </a:r>
        </a:p>
      </dgm:t>
    </dgm:pt>
    <dgm:pt modelId="{8BFAC0B7-BF85-4772-A046-F80647EA25DA}" type="parTrans" cxnId="{35C10D19-2782-4D59-B7AF-E7C99FAB0E10}">
      <dgm:prSet/>
      <dgm:spPr/>
      <dgm:t>
        <a:bodyPr/>
        <a:lstStyle/>
        <a:p>
          <a:endParaRPr lang="fr-CM"/>
        </a:p>
      </dgm:t>
    </dgm:pt>
    <dgm:pt modelId="{FB8A9CA0-FDFD-4242-B328-CC3BE527D758}" type="sibTrans" cxnId="{35C10D19-2782-4D59-B7AF-E7C99FAB0E10}">
      <dgm:prSet/>
      <dgm:spPr/>
      <dgm:t>
        <a:bodyPr/>
        <a:lstStyle/>
        <a:p>
          <a:endParaRPr lang="fr-CM"/>
        </a:p>
      </dgm:t>
    </dgm:pt>
    <dgm:pt modelId="{8D890E07-B602-4365-B649-A36D6AA13F82}">
      <dgm:prSet phldrT="[Texte]"/>
      <dgm:spPr/>
      <dgm:t>
        <a:bodyPr/>
        <a:lstStyle/>
        <a:p>
          <a:r>
            <a:rPr lang="fr-FR" dirty="0"/>
            <a:t>Stocke l'index des ressources (</a:t>
          </a:r>
          <a:r>
            <a:rPr lang="fr-FR" dirty="0" err="1"/>
            <a:t>UUIDs</a:t>
          </a:r>
          <a:r>
            <a:rPr lang="fr-FR" dirty="0"/>
            <a:t>, types de ressources).</a:t>
          </a:r>
          <a:endParaRPr lang="fr-CM" dirty="0"/>
        </a:p>
      </dgm:t>
    </dgm:pt>
    <dgm:pt modelId="{725287FD-65D9-47FA-8D89-B68E987347FA}" type="parTrans" cxnId="{33A0767E-7F9A-4CB1-8C2C-E39EB7B0D13C}">
      <dgm:prSet/>
      <dgm:spPr/>
      <dgm:t>
        <a:bodyPr/>
        <a:lstStyle/>
        <a:p>
          <a:endParaRPr lang="fr-CM"/>
        </a:p>
      </dgm:t>
    </dgm:pt>
    <dgm:pt modelId="{C70EE866-4E17-4CD1-82B1-B0267C914822}" type="sibTrans" cxnId="{33A0767E-7F9A-4CB1-8C2C-E39EB7B0D13C}">
      <dgm:prSet/>
      <dgm:spPr/>
      <dgm:t>
        <a:bodyPr/>
        <a:lstStyle/>
        <a:p>
          <a:endParaRPr lang="fr-CM"/>
        </a:p>
      </dgm:t>
    </dgm:pt>
    <dgm:pt modelId="{5B226928-1193-472F-96D6-2CDA9FA132CE}">
      <dgm:prSet phldrT="[Texte]"/>
      <dgm:spPr/>
      <dgm:t>
        <a:bodyPr/>
        <a:lstStyle/>
        <a:p>
          <a:r>
            <a:rPr lang="fr-CM" dirty="0"/>
            <a:t>Gnocchi Storage</a:t>
          </a:r>
        </a:p>
      </dgm:t>
    </dgm:pt>
    <dgm:pt modelId="{65C9D152-D543-41A0-B917-B59D18D7ADEF}" type="parTrans" cxnId="{8FC22271-9091-47C6-AF64-FD2632164D47}">
      <dgm:prSet/>
      <dgm:spPr/>
      <dgm:t>
        <a:bodyPr/>
        <a:lstStyle/>
        <a:p>
          <a:endParaRPr lang="fr-CM"/>
        </a:p>
      </dgm:t>
    </dgm:pt>
    <dgm:pt modelId="{BF9CB091-4CB3-4316-A173-989A5E6AD2A6}" type="sibTrans" cxnId="{8FC22271-9091-47C6-AF64-FD2632164D47}">
      <dgm:prSet/>
      <dgm:spPr/>
      <dgm:t>
        <a:bodyPr/>
        <a:lstStyle/>
        <a:p>
          <a:endParaRPr lang="fr-CM"/>
        </a:p>
      </dgm:t>
    </dgm:pt>
    <dgm:pt modelId="{CB20A0B2-9441-43BB-A9F4-839DBCBAA462}">
      <dgm:prSet phldrT="[Texte]"/>
      <dgm:spPr/>
      <dgm:t>
        <a:bodyPr/>
        <a:lstStyle/>
        <a:p>
          <a:r>
            <a:rPr lang="fr-FR" dirty="0"/>
            <a:t>(</a:t>
          </a:r>
          <a:r>
            <a:rPr lang="fr-FR" dirty="0" err="1"/>
            <a:t>Ceph</a:t>
          </a:r>
          <a:r>
            <a:rPr lang="fr-FR" dirty="0"/>
            <a:t>, S3 ou Swift) : Stocke les agrégats de données brutes.</a:t>
          </a:r>
          <a:endParaRPr lang="fr-CM" dirty="0"/>
        </a:p>
      </dgm:t>
    </dgm:pt>
    <dgm:pt modelId="{C6D86A0D-ABBC-472A-A0F8-9E7617378ED3}" type="parTrans" cxnId="{5694AD07-815B-44BD-93D9-4FFC3077589F}">
      <dgm:prSet/>
      <dgm:spPr/>
      <dgm:t>
        <a:bodyPr/>
        <a:lstStyle/>
        <a:p>
          <a:endParaRPr lang="fr-CM"/>
        </a:p>
      </dgm:t>
    </dgm:pt>
    <dgm:pt modelId="{76242506-0826-4049-93F0-BD4CFB9FEDB7}" type="sibTrans" cxnId="{5694AD07-815B-44BD-93D9-4FFC3077589F}">
      <dgm:prSet/>
      <dgm:spPr/>
      <dgm:t>
        <a:bodyPr/>
        <a:lstStyle/>
        <a:p>
          <a:endParaRPr lang="fr-CM"/>
        </a:p>
      </dgm:t>
    </dgm:pt>
    <dgm:pt modelId="{1A717B29-3ECA-40F9-9661-15360275F69E}" type="pres">
      <dgm:prSet presAssocID="{0F7E3A63-351B-4BE6-B33D-E0294F5D5B1A}" presName="linear" presStyleCnt="0">
        <dgm:presLayoutVars>
          <dgm:dir/>
          <dgm:animLvl val="lvl"/>
          <dgm:resizeHandles val="exact"/>
        </dgm:presLayoutVars>
      </dgm:prSet>
      <dgm:spPr/>
    </dgm:pt>
    <dgm:pt modelId="{592C2BDC-9298-45F7-A8E3-0779C046524B}" type="pres">
      <dgm:prSet presAssocID="{D55A9EB9-0C8E-4EE8-90DD-F312673CC9AF}" presName="parentLin" presStyleCnt="0"/>
      <dgm:spPr/>
    </dgm:pt>
    <dgm:pt modelId="{4A61E9F1-F335-4419-A2E1-69D1A0670B12}" type="pres">
      <dgm:prSet presAssocID="{D55A9EB9-0C8E-4EE8-90DD-F312673CC9AF}" presName="parentLeftMargin" presStyleLbl="node1" presStyleIdx="0" presStyleCnt="5"/>
      <dgm:spPr/>
    </dgm:pt>
    <dgm:pt modelId="{1296FEE0-0842-4F53-A671-DA859E9E1281}" type="pres">
      <dgm:prSet presAssocID="{D55A9EB9-0C8E-4EE8-90DD-F312673CC9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AE614D9-6551-41F9-98D0-8F0BA0046DFC}" type="pres">
      <dgm:prSet presAssocID="{D55A9EB9-0C8E-4EE8-90DD-F312673CC9AF}" presName="negativeSpace" presStyleCnt="0"/>
      <dgm:spPr/>
    </dgm:pt>
    <dgm:pt modelId="{84C2D1B4-5DFE-4ADB-B37F-AFE7CCE0B453}" type="pres">
      <dgm:prSet presAssocID="{D55A9EB9-0C8E-4EE8-90DD-F312673CC9AF}" presName="childText" presStyleLbl="conFgAcc1" presStyleIdx="0" presStyleCnt="5" custLinFactNeighborY="-97255">
        <dgm:presLayoutVars>
          <dgm:bulletEnabled val="1"/>
        </dgm:presLayoutVars>
      </dgm:prSet>
      <dgm:spPr/>
    </dgm:pt>
    <dgm:pt modelId="{29CEE396-FDCA-44E9-B197-786B10DBBC11}" type="pres">
      <dgm:prSet presAssocID="{7CFCE0C3-FB2D-484F-B8D3-D03635D5B0B0}" presName="spaceBetweenRectangles" presStyleCnt="0"/>
      <dgm:spPr/>
    </dgm:pt>
    <dgm:pt modelId="{B226B2A3-4C58-484B-93FC-42E1269F105B}" type="pres">
      <dgm:prSet presAssocID="{57E22846-3F53-4D1B-902D-AE314CA5A9C0}" presName="parentLin" presStyleCnt="0"/>
      <dgm:spPr/>
    </dgm:pt>
    <dgm:pt modelId="{CC8261B0-67F3-4842-B891-CC63E71193A2}" type="pres">
      <dgm:prSet presAssocID="{57E22846-3F53-4D1B-902D-AE314CA5A9C0}" presName="parentLeftMargin" presStyleLbl="node1" presStyleIdx="0" presStyleCnt="5"/>
      <dgm:spPr/>
    </dgm:pt>
    <dgm:pt modelId="{EE974604-824C-4BA2-A0A5-46380AD9BA76}" type="pres">
      <dgm:prSet presAssocID="{57E22846-3F53-4D1B-902D-AE314CA5A9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EB531A-9BE7-4DFB-A5C8-C8C8340D266D}" type="pres">
      <dgm:prSet presAssocID="{57E22846-3F53-4D1B-902D-AE314CA5A9C0}" presName="negativeSpace" presStyleCnt="0"/>
      <dgm:spPr/>
    </dgm:pt>
    <dgm:pt modelId="{F851B30F-24C5-4E1A-9982-0D3823AB8C40}" type="pres">
      <dgm:prSet presAssocID="{57E22846-3F53-4D1B-902D-AE314CA5A9C0}" presName="childText" presStyleLbl="conFgAcc1" presStyleIdx="1" presStyleCnt="5">
        <dgm:presLayoutVars>
          <dgm:bulletEnabled val="1"/>
        </dgm:presLayoutVars>
      </dgm:prSet>
      <dgm:spPr/>
    </dgm:pt>
    <dgm:pt modelId="{CB50B61B-CDC6-45E0-BA5C-5B3C1724B776}" type="pres">
      <dgm:prSet presAssocID="{884CA54C-CC20-473C-9B88-24936B1009A9}" presName="spaceBetweenRectangles" presStyleCnt="0"/>
      <dgm:spPr/>
    </dgm:pt>
    <dgm:pt modelId="{AC39E895-6997-4D11-9770-AB9E4CED6619}" type="pres">
      <dgm:prSet presAssocID="{F1181A65-A3C8-4BE8-8DE3-46FDFB45A13E}" presName="parentLin" presStyleCnt="0"/>
      <dgm:spPr/>
    </dgm:pt>
    <dgm:pt modelId="{0B9F3949-29DE-4448-8243-CAC7F9689576}" type="pres">
      <dgm:prSet presAssocID="{F1181A65-A3C8-4BE8-8DE3-46FDFB45A13E}" presName="parentLeftMargin" presStyleLbl="node1" presStyleIdx="1" presStyleCnt="5"/>
      <dgm:spPr/>
    </dgm:pt>
    <dgm:pt modelId="{DA974DBB-75AD-490F-A75C-04B94E5F32BA}" type="pres">
      <dgm:prSet presAssocID="{F1181A65-A3C8-4BE8-8DE3-46FDFB45A1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C218A16-F3AF-462E-BC4C-D9E48E6F86F4}" type="pres">
      <dgm:prSet presAssocID="{F1181A65-A3C8-4BE8-8DE3-46FDFB45A13E}" presName="negativeSpace" presStyleCnt="0"/>
      <dgm:spPr/>
    </dgm:pt>
    <dgm:pt modelId="{BF15A9F3-411E-4DC2-9832-7C1EDD2A3F01}" type="pres">
      <dgm:prSet presAssocID="{F1181A65-A3C8-4BE8-8DE3-46FDFB45A13E}" presName="childText" presStyleLbl="conFgAcc1" presStyleIdx="2" presStyleCnt="5">
        <dgm:presLayoutVars>
          <dgm:bulletEnabled val="1"/>
        </dgm:presLayoutVars>
      </dgm:prSet>
      <dgm:spPr/>
    </dgm:pt>
    <dgm:pt modelId="{54D68354-706F-4159-A6A6-6ACF08B31A82}" type="pres">
      <dgm:prSet presAssocID="{01651653-0A1D-4F82-B5E4-EA127FA3D86A}" presName="spaceBetweenRectangles" presStyleCnt="0"/>
      <dgm:spPr/>
    </dgm:pt>
    <dgm:pt modelId="{1C3E6965-997A-4A7F-BB2F-3AF393206A2A}" type="pres">
      <dgm:prSet presAssocID="{70FC669B-5398-4D25-88CD-0E82F5A8F6D0}" presName="parentLin" presStyleCnt="0"/>
      <dgm:spPr/>
    </dgm:pt>
    <dgm:pt modelId="{B1B5DC50-CA3A-486B-8383-02B164BAA726}" type="pres">
      <dgm:prSet presAssocID="{70FC669B-5398-4D25-88CD-0E82F5A8F6D0}" presName="parentLeftMargin" presStyleLbl="node1" presStyleIdx="2" presStyleCnt="5"/>
      <dgm:spPr/>
    </dgm:pt>
    <dgm:pt modelId="{FEE3D8BE-8E37-468F-92F7-23C3910BAB44}" type="pres">
      <dgm:prSet presAssocID="{70FC669B-5398-4D25-88CD-0E82F5A8F6D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2E6920-8262-41F8-BA61-7CE1B0418E52}" type="pres">
      <dgm:prSet presAssocID="{70FC669B-5398-4D25-88CD-0E82F5A8F6D0}" presName="negativeSpace" presStyleCnt="0"/>
      <dgm:spPr/>
    </dgm:pt>
    <dgm:pt modelId="{F427CC19-5091-44E0-8368-B540D4112AD6}" type="pres">
      <dgm:prSet presAssocID="{70FC669B-5398-4D25-88CD-0E82F5A8F6D0}" presName="childText" presStyleLbl="conFgAcc1" presStyleIdx="3" presStyleCnt="5">
        <dgm:presLayoutVars>
          <dgm:bulletEnabled val="1"/>
        </dgm:presLayoutVars>
      </dgm:prSet>
      <dgm:spPr/>
    </dgm:pt>
    <dgm:pt modelId="{C369C793-0AF2-4203-90F5-D3BF053D3115}" type="pres">
      <dgm:prSet presAssocID="{FB8A9CA0-FDFD-4242-B328-CC3BE527D758}" presName="spaceBetweenRectangles" presStyleCnt="0"/>
      <dgm:spPr/>
    </dgm:pt>
    <dgm:pt modelId="{B9B9D938-2080-40B7-9947-F2CFD10D9142}" type="pres">
      <dgm:prSet presAssocID="{5B226928-1193-472F-96D6-2CDA9FA132CE}" presName="parentLin" presStyleCnt="0"/>
      <dgm:spPr/>
    </dgm:pt>
    <dgm:pt modelId="{90A6E2FD-84DC-4161-B9A8-AAD8DB665AC1}" type="pres">
      <dgm:prSet presAssocID="{5B226928-1193-472F-96D6-2CDA9FA132CE}" presName="parentLeftMargin" presStyleLbl="node1" presStyleIdx="3" presStyleCnt="5"/>
      <dgm:spPr/>
    </dgm:pt>
    <dgm:pt modelId="{9ECCE42E-825E-4E21-B2EB-1CAC79C52AAC}" type="pres">
      <dgm:prSet presAssocID="{5B226928-1193-472F-96D6-2CDA9FA132C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B9AFA2D-A4E9-4FC8-87B7-073A01D74E6D}" type="pres">
      <dgm:prSet presAssocID="{5B226928-1193-472F-96D6-2CDA9FA132CE}" presName="negativeSpace" presStyleCnt="0"/>
      <dgm:spPr/>
    </dgm:pt>
    <dgm:pt modelId="{F0DCBB71-555D-4EDA-8946-2F725241F4DC}" type="pres">
      <dgm:prSet presAssocID="{5B226928-1193-472F-96D6-2CDA9FA132C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F738A05-64FF-44C7-85D2-C2AB62892B2C}" srcId="{D55A9EB9-0C8E-4EE8-90DD-F312673CC9AF}" destId="{21A667CA-2364-465B-A227-3B98A2C84812}" srcOrd="0" destOrd="0" parTransId="{95169A75-5855-4364-929F-294AED80BC66}" sibTransId="{111BC477-5228-4BE4-9DA4-C1F0E25D3594}"/>
    <dgm:cxn modelId="{5694AD07-815B-44BD-93D9-4FFC3077589F}" srcId="{5B226928-1193-472F-96D6-2CDA9FA132CE}" destId="{CB20A0B2-9441-43BB-A9F4-839DBCBAA462}" srcOrd="0" destOrd="0" parTransId="{C6D86A0D-ABBC-472A-A0F8-9E7617378ED3}" sibTransId="{76242506-0826-4049-93F0-BD4CFB9FEDB7}"/>
    <dgm:cxn modelId="{A02CD516-DF1F-4CC2-B3A8-131984BC56C8}" type="presOf" srcId="{8D890E07-B602-4365-B649-A36D6AA13F82}" destId="{F427CC19-5091-44E0-8368-B540D4112AD6}" srcOrd="0" destOrd="0" presId="urn:microsoft.com/office/officeart/2005/8/layout/list1"/>
    <dgm:cxn modelId="{35C10D19-2782-4D59-B7AF-E7C99FAB0E10}" srcId="{0F7E3A63-351B-4BE6-B33D-E0294F5D5B1A}" destId="{70FC669B-5398-4D25-88CD-0E82F5A8F6D0}" srcOrd="3" destOrd="0" parTransId="{8BFAC0B7-BF85-4772-A046-F80647EA25DA}" sibTransId="{FB8A9CA0-FDFD-4242-B328-CC3BE527D758}"/>
    <dgm:cxn modelId="{2989C519-9E22-4A4E-8063-DDC74776E2FC}" srcId="{F1181A65-A3C8-4BE8-8DE3-46FDFB45A13E}" destId="{920953D6-DA41-430A-86EE-E068C6BAAED2}" srcOrd="0" destOrd="0" parTransId="{0952BEB5-B8A1-4236-A3A2-44109428BE1A}" sibTransId="{0557029A-F530-4A8C-B65B-111A33E1ACED}"/>
    <dgm:cxn modelId="{325AC32F-1268-4869-8DFF-59CBA779F59B}" srcId="{0F7E3A63-351B-4BE6-B33D-E0294F5D5B1A}" destId="{57E22846-3F53-4D1B-902D-AE314CA5A9C0}" srcOrd="1" destOrd="0" parTransId="{0B6C4A2B-8260-4320-BF50-E1C9461718B6}" sibTransId="{884CA54C-CC20-473C-9B88-24936B1009A9}"/>
    <dgm:cxn modelId="{01F4303C-C591-4C8B-AE54-E206CA8FC3C6}" type="presOf" srcId="{5B226928-1193-472F-96D6-2CDA9FA132CE}" destId="{90A6E2FD-84DC-4161-B9A8-AAD8DB665AC1}" srcOrd="0" destOrd="0" presId="urn:microsoft.com/office/officeart/2005/8/layout/list1"/>
    <dgm:cxn modelId="{D9E3713C-F2CE-4384-8316-2C357C0CF675}" type="presOf" srcId="{212DFA5F-71E7-4161-ABA1-E81912DCB99C}" destId="{F851B30F-24C5-4E1A-9982-0D3823AB8C40}" srcOrd="0" destOrd="0" presId="urn:microsoft.com/office/officeart/2005/8/layout/list1"/>
    <dgm:cxn modelId="{3299726A-1DD9-48BA-9B8B-95021C47E474}" type="presOf" srcId="{57E22846-3F53-4D1B-902D-AE314CA5A9C0}" destId="{CC8261B0-67F3-4842-B891-CC63E71193A2}" srcOrd="0" destOrd="0" presId="urn:microsoft.com/office/officeart/2005/8/layout/list1"/>
    <dgm:cxn modelId="{50D3636D-EF8A-420D-9900-CDD6EC2D3E01}" type="presOf" srcId="{F1181A65-A3C8-4BE8-8DE3-46FDFB45A13E}" destId="{0B9F3949-29DE-4448-8243-CAC7F9689576}" srcOrd="0" destOrd="0" presId="urn:microsoft.com/office/officeart/2005/8/layout/list1"/>
    <dgm:cxn modelId="{5ED3344E-A263-48FE-942D-1C37ACFFBAF2}" type="presOf" srcId="{920953D6-DA41-430A-86EE-E068C6BAAED2}" destId="{BF15A9F3-411E-4DC2-9832-7C1EDD2A3F01}" srcOrd="0" destOrd="0" presId="urn:microsoft.com/office/officeart/2005/8/layout/list1"/>
    <dgm:cxn modelId="{65C7096F-5BD7-41E4-B2AD-42EEB179BC13}" srcId="{0F7E3A63-351B-4BE6-B33D-E0294F5D5B1A}" destId="{D55A9EB9-0C8E-4EE8-90DD-F312673CC9AF}" srcOrd="0" destOrd="0" parTransId="{7FF42C90-D9E0-42C5-8A8F-847CEAA6673F}" sibTransId="{7CFCE0C3-FB2D-484F-B8D3-D03635D5B0B0}"/>
    <dgm:cxn modelId="{A1E54950-133E-4BC0-8436-9E1FC4A0DCF3}" type="presOf" srcId="{0F7E3A63-351B-4BE6-B33D-E0294F5D5B1A}" destId="{1A717B29-3ECA-40F9-9661-15360275F69E}" srcOrd="0" destOrd="0" presId="urn:microsoft.com/office/officeart/2005/8/layout/list1"/>
    <dgm:cxn modelId="{8FC22271-9091-47C6-AF64-FD2632164D47}" srcId="{0F7E3A63-351B-4BE6-B33D-E0294F5D5B1A}" destId="{5B226928-1193-472F-96D6-2CDA9FA132CE}" srcOrd="4" destOrd="0" parTransId="{65C9D152-D543-41A0-B917-B59D18D7ADEF}" sibTransId="{BF9CB091-4CB3-4316-A173-989A5E6AD2A6}"/>
    <dgm:cxn modelId="{42D34571-625C-457F-B366-A6560F517D48}" type="presOf" srcId="{70FC669B-5398-4D25-88CD-0E82F5A8F6D0}" destId="{FEE3D8BE-8E37-468F-92F7-23C3910BAB44}" srcOrd="1" destOrd="0" presId="urn:microsoft.com/office/officeart/2005/8/layout/list1"/>
    <dgm:cxn modelId="{E56E8D7B-9714-4C0E-83DD-EC1647AEF90B}" srcId="{57E22846-3F53-4D1B-902D-AE314CA5A9C0}" destId="{212DFA5F-71E7-4161-ABA1-E81912DCB99C}" srcOrd="0" destOrd="0" parTransId="{D0C93B31-A0B6-4794-9A8B-4C3924C82804}" sibTransId="{ED65FF94-C69B-435A-8F42-723E977EBECB}"/>
    <dgm:cxn modelId="{33A0767E-7F9A-4CB1-8C2C-E39EB7B0D13C}" srcId="{70FC669B-5398-4D25-88CD-0E82F5A8F6D0}" destId="{8D890E07-B602-4365-B649-A36D6AA13F82}" srcOrd="0" destOrd="0" parTransId="{725287FD-65D9-47FA-8D89-B68E987347FA}" sibTransId="{C70EE866-4E17-4CD1-82B1-B0267C914822}"/>
    <dgm:cxn modelId="{6413B189-6610-4C40-B5D5-EA443BFEAE4D}" type="presOf" srcId="{D55A9EB9-0C8E-4EE8-90DD-F312673CC9AF}" destId="{1296FEE0-0842-4F53-A671-DA859E9E1281}" srcOrd="1" destOrd="0" presId="urn:microsoft.com/office/officeart/2005/8/layout/list1"/>
    <dgm:cxn modelId="{4582988E-33BF-497A-A371-3BAA34921FCA}" type="presOf" srcId="{57E22846-3F53-4D1B-902D-AE314CA5A9C0}" destId="{EE974604-824C-4BA2-A0A5-46380AD9BA76}" srcOrd="1" destOrd="0" presId="urn:microsoft.com/office/officeart/2005/8/layout/list1"/>
    <dgm:cxn modelId="{66031BA0-4A48-45AA-B8C0-9E45DBEE200F}" type="presOf" srcId="{5B226928-1193-472F-96D6-2CDA9FA132CE}" destId="{9ECCE42E-825E-4E21-B2EB-1CAC79C52AAC}" srcOrd="1" destOrd="0" presId="urn:microsoft.com/office/officeart/2005/8/layout/list1"/>
    <dgm:cxn modelId="{2E2E32BE-E24F-46E0-8AD5-6BB17FE1758D}" srcId="{0F7E3A63-351B-4BE6-B33D-E0294F5D5B1A}" destId="{F1181A65-A3C8-4BE8-8DE3-46FDFB45A13E}" srcOrd="2" destOrd="0" parTransId="{089B0417-2045-4059-AC14-E7E4872FDF5B}" sibTransId="{01651653-0A1D-4F82-B5E4-EA127FA3D86A}"/>
    <dgm:cxn modelId="{398BD8C0-BC8A-4A31-9EE8-9862003FEA47}" type="presOf" srcId="{21A667CA-2364-465B-A227-3B98A2C84812}" destId="{84C2D1B4-5DFE-4ADB-B37F-AFE7CCE0B453}" srcOrd="0" destOrd="0" presId="urn:microsoft.com/office/officeart/2005/8/layout/list1"/>
    <dgm:cxn modelId="{5D1BCCCD-79CA-4114-81B9-4071F146B93D}" type="presOf" srcId="{D55A9EB9-0C8E-4EE8-90DD-F312673CC9AF}" destId="{4A61E9F1-F335-4419-A2E1-69D1A0670B12}" srcOrd="0" destOrd="0" presId="urn:microsoft.com/office/officeart/2005/8/layout/list1"/>
    <dgm:cxn modelId="{DBE320DB-EFBF-472A-AC54-B88DE2F314FE}" type="presOf" srcId="{70FC669B-5398-4D25-88CD-0E82F5A8F6D0}" destId="{B1B5DC50-CA3A-486B-8383-02B164BAA726}" srcOrd="0" destOrd="0" presId="urn:microsoft.com/office/officeart/2005/8/layout/list1"/>
    <dgm:cxn modelId="{7E378AE5-5D8A-4132-BD01-30B08ECBCB8F}" type="presOf" srcId="{F1181A65-A3C8-4BE8-8DE3-46FDFB45A13E}" destId="{DA974DBB-75AD-490F-A75C-04B94E5F32BA}" srcOrd="1" destOrd="0" presId="urn:microsoft.com/office/officeart/2005/8/layout/list1"/>
    <dgm:cxn modelId="{F24392E8-708B-496F-A957-2DAC78F0E016}" type="presOf" srcId="{CB20A0B2-9441-43BB-A9F4-839DBCBAA462}" destId="{F0DCBB71-555D-4EDA-8946-2F725241F4DC}" srcOrd="0" destOrd="0" presId="urn:microsoft.com/office/officeart/2005/8/layout/list1"/>
    <dgm:cxn modelId="{0C629D1B-293A-46A2-AB5D-BD7ECB00CE0E}" type="presParOf" srcId="{1A717B29-3ECA-40F9-9661-15360275F69E}" destId="{592C2BDC-9298-45F7-A8E3-0779C046524B}" srcOrd="0" destOrd="0" presId="urn:microsoft.com/office/officeart/2005/8/layout/list1"/>
    <dgm:cxn modelId="{3839F7D2-9816-45F5-9546-D3A622E1ACBE}" type="presParOf" srcId="{592C2BDC-9298-45F7-A8E3-0779C046524B}" destId="{4A61E9F1-F335-4419-A2E1-69D1A0670B12}" srcOrd="0" destOrd="0" presId="urn:microsoft.com/office/officeart/2005/8/layout/list1"/>
    <dgm:cxn modelId="{855F866E-ABEE-4823-99F4-364D484506A2}" type="presParOf" srcId="{592C2BDC-9298-45F7-A8E3-0779C046524B}" destId="{1296FEE0-0842-4F53-A671-DA859E9E1281}" srcOrd="1" destOrd="0" presId="urn:microsoft.com/office/officeart/2005/8/layout/list1"/>
    <dgm:cxn modelId="{4A6DD6DF-675F-4379-9D55-1EFB9DE27048}" type="presParOf" srcId="{1A717B29-3ECA-40F9-9661-15360275F69E}" destId="{5AE614D9-6551-41F9-98D0-8F0BA0046DFC}" srcOrd="1" destOrd="0" presId="urn:microsoft.com/office/officeart/2005/8/layout/list1"/>
    <dgm:cxn modelId="{8F873752-9E87-4A97-A423-83781B2A6986}" type="presParOf" srcId="{1A717B29-3ECA-40F9-9661-15360275F69E}" destId="{84C2D1B4-5DFE-4ADB-B37F-AFE7CCE0B453}" srcOrd="2" destOrd="0" presId="urn:microsoft.com/office/officeart/2005/8/layout/list1"/>
    <dgm:cxn modelId="{4E1EDAA2-501A-49FD-BC2D-33D90E5465D7}" type="presParOf" srcId="{1A717B29-3ECA-40F9-9661-15360275F69E}" destId="{29CEE396-FDCA-44E9-B197-786B10DBBC11}" srcOrd="3" destOrd="0" presId="urn:microsoft.com/office/officeart/2005/8/layout/list1"/>
    <dgm:cxn modelId="{52F8277B-DB28-4051-BAEE-A6880832BC5F}" type="presParOf" srcId="{1A717B29-3ECA-40F9-9661-15360275F69E}" destId="{B226B2A3-4C58-484B-93FC-42E1269F105B}" srcOrd="4" destOrd="0" presId="urn:microsoft.com/office/officeart/2005/8/layout/list1"/>
    <dgm:cxn modelId="{D866B1D2-F14B-405E-B5A0-360839C2299A}" type="presParOf" srcId="{B226B2A3-4C58-484B-93FC-42E1269F105B}" destId="{CC8261B0-67F3-4842-B891-CC63E71193A2}" srcOrd="0" destOrd="0" presId="urn:microsoft.com/office/officeart/2005/8/layout/list1"/>
    <dgm:cxn modelId="{C7AE3E5C-43E5-4735-9ECB-17BDBA13295B}" type="presParOf" srcId="{B226B2A3-4C58-484B-93FC-42E1269F105B}" destId="{EE974604-824C-4BA2-A0A5-46380AD9BA76}" srcOrd="1" destOrd="0" presId="urn:microsoft.com/office/officeart/2005/8/layout/list1"/>
    <dgm:cxn modelId="{3AE6DF62-07A4-4AD0-BC18-5B133AEB9C12}" type="presParOf" srcId="{1A717B29-3ECA-40F9-9661-15360275F69E}" destId="{47EB531A-9BE7-4DFB-A5C8-C8C8340D266D}" srcOrd="5" destOrd="0" presId="urn:microsoft.com/office/officeart/2005/8/layout/list1"/>
    <dgm:cxn modelId="{F9B67848-3D49-4A1E-BA9B-8AE4A711A7CB}" type="presParOf" srcId="{1A717B29-3ECA-40F9-9661-15360275F69E}" destId="{F851B30F-24C5-4E1A-9982-0D3823AB8C40}" srcOrd="6" destOrd="0" presId="urn:microsoft.com/office/officeart/2005/8/layout/list1"/>
    <dgm:cxn modelId="{C9B0B90B-A294-42A6-AA5E-F4AF7C30FA81}" type="presParOf" srcId="{1A717B29-3ECA-40F9-9661-15360275F69E}" destId="{CB50B61B-CDC6-45E0-BA5C-5B3C1724B776}" srcOrd="7" destOrd="0" presId="urn:microsoft.com/office/officeart/2005/8/layout/list1"/>
    <dgm:cxn modelId="{E46C0CFA-3C3D-45BE-8D00-06A4E5080174}" type="presParOf" srcId="{1A717B29-3ECA-40F9-9661-15360275F69E}" destId="{AC39E895-6997-4D11-9770-AB9E4CED6619}" srcOrd="8" destOrd="0" presId="urn:microsoft.com/office/officeart/2005/8/layout/list1"/>
    <dgm:cxn modelId="{BCFD59EB-610B-4ADD-8330-44255A68910F}" type="presParOf" srcId="{AC39E895-6997-4D11-9770-AB9E4CED6619}" destId="{0B9F3949-29DE-4448-8243-CAC7F9689576}" srcOrd="0" destOrd="0" presId="urn:microsoft.com/office/officeart/2005/8/layout/list1"/>
    <dgm:cxn modelId="{A35FC349-9317-49F2-B0CC-69B2705F1CEE}" type="presParOf" srcId="{AC39E895-6997-4D11-9770-AB9E4CED6619}" destId="{DA974DBB-75AD-490F-A75C-04B94E5F32BA}" srcOrd="1" destOrd="0" presId="urn:microsoft.com/office/officeart/2005/8/layout/list1"/>
    <dgm:cxn modelId="{10A094E1-07BB-41CF-BD1E-547039110D7C}" type="presParOf" srcId="{1A717B29-3ECA-40F9-9661-15360275F69E}" destId="{FC218A16-F3AF-462E-BC4C-D9E48E6F86F4}" srcOrd="9" destOrd="0" presId="urn:microsoft.com/office/officeart/2005/8/layout/list1"/>
    <dgm:cxn modelId="{00871197-305E-4B6E-BF00-0DC4BD80BDF9}" type="presParOf" srcId="{1A717B29-3ECA-40F9-9661-15360275F69E}" destId="{BF15A9F3-411E-4DC2-9832-7C1EDD2A3F01}" srcOrd="10" destOrd="0" presId="urn:microsoft.com/office/officeart/2005/8/layout/list1"/>
    <dgm:cxn modelId="{BAA75932-5DD2-41B0-A5BB-4F40C2ADA038}" type="presParOf" srcId="{1A717B29-3ECA-40F9-9661-15360275F69E}" destId="{54D68354-706F-4159-A6A6-6ACF08B31A82}" srcOrd="11" destOrd="0" presId="urn:microsoft.com/office/officeart/2005/8/layout/list1"/>
    <dgm:cxn modelId="{78A06A99-C1EB-430F-B4E1-89CCE3A9A969}" type="presParOf" srcId="{1A717B29-3ECA-40F9-9661-15360275F69E}" destId="{1C3E6965-997A-4A7F-BB2F-3AF393206A2A}" srcOrd="12" destOrd="0" presId="urn:microsoft.com/office/officeart/2005/8/layout/list1"/>
    <dgm:cxn modelId="{9AC63B61-4915-4515-84CA-DD39FFC40DC9}" type="presParOf" srcId="{1C3E6965-997A-4A7F-BB2F-3AF393206A2A}" destId="{B1B5DC50-CA3A-486B-8383-02B164BAA726}" srcOrd="0" destOrd="0" presId="urn:microsoft.com/office/officeart/2005/8/layout/list1"/>
    <dgm:cxn modelId="{06F4BB63-8E46-4A13-AEF5-75522CA20CBE}" type="presParOf" srcId="{1C3E6965-997A-4A7F-BB2F-3AF393206A2A}" destId="{FEE3D8BE-8E37-468F-92F7-23C3910BAB44}" srcOrd="1" destOrd="0" presId="urn:microsoft.com/office/officeart/2005/8/layout/list1"/>
    <dgm:cxn modelId="{BDDAB6A1-E443-494C-A8B5-3AF04A05B0AC}" type="presParOf" srcId="{1A717B29-3ECA-40F9-9661-15360275F69E}" destId="{2C2E6920-8262-41F8-BA61-7CE1B0418E52}" srcOrd="13" destOrd="0" presId="urn:microsoft.com/office/officeart/2005/8/layout/list1"/>
    <dgm:cxn modelId="{EDDC9C71-8901-4626-B120-C5F7A7253DA0}" type="presParOf" srcId="{1A717B29-3ECA-40F9-9661-15360275F69E}" destId="{F427CC19-5091-44E0-8368-B540D4112AD6}" srcOrd="14" destOrd="0" presId="urn:microsoft.com/office/officeart/2005/8/layout/list1"/>
    <dgm:cxn modelId="{521B2EE9-8911-430A-9A79-DF4037C2226F}" type="presParOf" srcId="{1A717B29-3ECA-40F9-9661-15360275F69E}" destId="{C369C793-0AF2-4203-90F5-D3BF053D3115}" srcOrd="15" destOrd="0" presId="urn:microsoft.com/office/officeart/2005/8/layout/list1"/>
    <dgm:cxn modelId="{87A67AEB-BE28-4085-B10E-2C5E4DE64D03}" type="presParOf" srcId="{1A717B29-3ECA-40F9-9661-15360275F69E}" destId="{B9B9D938-2080-40B7-9947-F2CFD10D9142}" srcOrd="16" destOrd="0" presId="urn:microsoft.com/office/officeart/2005/8/layout/list1"/>
    <dgm:cxn modelId="{3475AFA9-3FC3-4574-A1A9-B93D214E4181}" type="presParOf" srcId="{B9B9D938-2080-40B7-9947-F2CFD10D9142}" destId="{90A6E2FD-84DC-4161-B9A8-AAD8DB665AC1}" srcOrd="0" destOrd="0" presId="urn:microsoft.com/office/officeart/2005/8/layout/list1"/>
    <dgm:cxn modelId="{D32F628B-9CF7-43F9-8716-BD1A69D7CDF4}" type="presParOf" srcId="{B9B9D938-2080-40B7-9947-F2CFD10D9142}" destId="{9ECCE42E-825E-4E21-B2EB-1CAC79C52AAC}" srcOrd="1" destOrd="0" presId="urn:microsoft.com/office/officeart/2005/8/layout/list1"/>
    <dgm:cxn modelId="{1717FAE7-C75F-4A33-84ED-F589090CC73E}" type="presParOf" srcId="{1A717B29-3ECA-40F9-9661-15360275F69E}" destId="{3B9AFA2D-A4E9-4FC8-87B7-073A01D74E6D}" srcOrd="17" destOrd="0" presId="urn:microsoft.com/office/officeart/2005/8/layout/list1"/>
    <dgm:cxn modelId="{FB8C836D-4FB0-4D35-A62C-C2041B7C8BC8}" type="presParOf" srcId="{1A717B29-3ECA-40F9-9661-15360275F69E}" destId="{F0DCBB71-555D-4EDA-8946-2F725241F4D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228284-DE36-41A8-85AD-7F3C888745F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BB7A0131-170A-47B2-9053-9C2DAF3D89EB}">
      <dgm:prSet phldrT="[Texte]"/>
      <dgm:spPr/>
      <dgm:t>
        <a:bodyPr/>
        <a:lstStyle/>
        <a:p>
          <a:r>
            <a:rPr lang="fr-CM" dirty="0" err="1"/>
            <a:t>Pollster</a:t>
          </a:r>
          <a:r>
            <a:rPr lang="fr-CM" dirty="0"/>
            <a:t>/Notification</a:t>
          </a:r>
        </a:p>
      </dgm:t>
    </dgm:pt>
    <dgm:pt modelId="{F2A94E7B-D6A0-4FC9-AABE-5948E23C3916}" type="parTrans" cxnId="{74E06105-46A4-47D3-B8A0-921EAEF8F06F}">
      <dgm:prSet/>
      <dgm:spPr/>
      <dgm:t>
        <a:bodyPr/>
        <a:lstStyle/>
        <a:p>
          <a:endParaRPr lang="fr-CM"/>
        </a:p>
      </dgm:t>
    </dgm:pt>
    <dgm:pt modelId="{D069D089-C2D4-4AAB-9F82-BE359604B8D1}" type="sibTrans" cxnId="{74E06105-46A4-47D3-B8A0-921EAEF8F06F}">
      <dgm:prSet/>
      <dgm:spPr/>
      <dgm:t>
        <a:bodyPr/>
        <a:lstStyle/>
        <a:p>
          <a:endParaRPr lang="fr-CM"/>
        </a:p>
      </dgm:t>
    </dgm:pt>
    <dgm:pt modelId="{FD2A940B-39C8-4F1D-ABE0-001B5C6BC92A}">
      <dgm:prSet phldrT="[Texte]"/>
      <dgm:spPr/>
      <dgm:t>
        <a:bodyPr/>
        <a:lstStyle/>
        <a:p>
          <a:r>
            <a:rPr lang="fr-CM" dirty="0"/>
            <a:t>Transformation</a:t>
          </a:r>
        </a:p>
      </dgm:t>
    </dgm:pt>
    <dgm:pt modelId="{38DD16EF-F00F-41D5-90A2-B8D9F560A70A}" type="parTrans" cxnId="{EF4E1E55-D8D3-4BB5-9C95-BF62A956E2F4}">
      <dgm:prSet/>
      <dgm:spPr/>
      <dgm:t>
        <a:bodyPr/>
        <a:lstStyle/>
        <a:p>
          <a:endParaRPr lang="fr-CM"/>
        </a:p>
      </dgm:t>
    </dgm:pt>
    <dgm:pt modelId="{3E678402-44D3-44CC-9DF7-AFF64AE217DF}" type="sibTrans" cxnId="{EF4E1E55-D8D3-4BB5-9C95-BF62A956E2F4}">
      <dgm:prSet/>
      <dgm:spPr/>
      <dgm:t>
        <a:bodyPr/>
        <a:lstStyle/>
        <a:p>
          <a:endParaRPr lang="fr-CM"/>
        </a:p>
      </dgm:t>
    </dgm:pt>
    <dgm:pt modelId="{34F1C7DA-40C6-4E12-8D5D-56607A02F99C}">
      <dgm:prSet phldrT="[Texte]"/>
      <dgm:spPr/>
      <dgm:t>
        <a:bodyPr/>
        <a:lstStyle/>
        <a:p>
          <a:r>
            <a:rPr lang="fr-CM" dirty="0"/>
            <a:t>Dispatching</a:t>
          </a:r>
        </a:p>
      </dgm:t>
    </dgm:pt>
    <dgm:pt modelId="{D103B980-8D45-4293-B4E1-E5E6813D47CD}" type="parTrans" cxnId="{BF14D90C-4FAA-4365-94DE-D1ABBD50A8EB}">
      <dgm:prSet/>
      <dgm:spPr/>
      <dgm:t>
        <a:bodyPr/>
        <a:lstStyle/>
        <a:p>
          <a:endParaRPr lang="fr-CM"/>
        </a:p>
      </dgm:t>
    </dgm:pt>
    <dgm:pt modelId="{E7CA329B-73D9-4EB9-9A85-C70785676706}" type="sibTrans" cxnId="{BF14D90C-4FAA-4365-94DE-D1ABBD50A8EB}">
      <dgm:prSet/>
      <dgm:spPr/>
      <dgm:t>
        <a:bodyPr/>
        <a:lstStyle/>
        <a:p>
          <a:endParaRPr lang="fr-CM"/>
        </a:p>
      </dgm:t>
    </dgm:pt>
    <dgm:pt modelId="{83683ABC-2C7B-4FCA-AC66-7414056C0D28}">
      <dgm:prSet phldrT="[Texte]"/>
      <dgm:spPr/>
      <dgm:t>
        <a:bodyPr/>
        <a:lstStyle/>
        <a:p>
          <a:r>
            <a:rPr lang="fr-FR" dirty="0" err="1"/>
            <a:t>Ceilometer</a:t>
          </a:r>
          <a:r>
            <a:rPr lang="fr-FR" dirty="0"/>
            <a:t> récupère une donnée brute.</a:t>
          </a:r>
          <a:endParaRPr lang="fr-CM" dirty="0"/>
        </a:p>
      </dgm:t>
    </dgm:pt>
    <dgm:pt modelId="{66386B2B-53E1-482A-8B29-794E5270EEE4}" type="parTrans" cxnId="{0865A1A9-2366-47A1-A4E7-4C775262922A}">
      <dgm:prSet/>
      <dgm:spPr/>
      <dgm:t>
        <a:bodyPr/>
        <a:lstStyle/>
        <a:p>
          <a:endParaRPr lang="fr-CM"/>
        </a:p>
      </dgm:t>
    </dgm:pt>
    <dgm:pt modelId="{CD04345C-EB1C-4168-A1E6-FE862280EC10}" type="sibTrans" cxnId="{0865A1A9-2366-47A1-A4E7-4C775262922A}">
      <dgm:prSet/>
      <dgm:spPr/>
      <dgm:t>
        <a:bodyPr/>
        <a:lstStyle/>
        <a:p>
          <a:endParaRPr lang="fr-CM"/>
        </a:p>
      </dgm:t>
    </dgm:pt>
    <dgm:pt modelId="{11696307-075A-4BB3-8773-56B3435FA06C}">
      <dgm:prSet phldrT="[Texte]"/>
      <dgm:spPr/>
      <dgm:t>
        <a:bodyPr/>
        <a:lstStyle/>
        <a:p>
          <a:r>
            <a:rPr lang="fr-FR" dirty="0"/>
            <a:t>Le </a:t>
          </a:r>
          <a:r>
            <a:rPr lang="fr-FR" dirty="0" err="1"/>
            <a:t>pipeline.yaml</a:t>
          </a:r>
          <a:r>
            <a:rPr lang="fr-FR" dirty="0"/>
            <a:t> de </a:t>
          </a:r>
          <a:r>
            <a:rPr lang="fr-FR" dirty="0" err="1"/>
            <a:t>Ceilometer</a:t>
          </a:r>
          <a:r>
            <a:rPr lang="fr-FR" dirty="0"/>
            <a:t> définit comment traiter la donnée.</a:t>
          </a:r>
          <a:endParaRPr lang="fr-CM" dirty="0"/>
        </a:p>
      </dgm:t>
    </dgm:pt>
    <dgm:pt modelId="{80DB57B2-C9FF-4AF3-9065-8F5B51A90FD2}" type="parTrans" cxnId="{BA461ADA-5D07-48F7-BBD8-8BF5E7CF058E}">
      <dgm:prSet/>
      <dgm:spPr/>
      <dgm:t>
        <a:bodyPr/>
        <a:lstStyle/>
        <a:p>
          <a:endParaRPr lang="fr-CM"/>
        </a:p>
      </dgm:t>
    </dgm:pt>
    <dgm:pt modelId="{220D02D1-6A4A-4E84-8ADE-4A7FBA568F2B}" type="sibTrans" cxnId="{BA461ADA-5D07-48F7-BBD8-8BF5E7CF058E}">
      <dgm:prSet/>
      <dgm:spPr/>
      <dgm:t>
        <a:bodyPr/>
        <a:lstStyle/>
        <a:p>
          <a:endParaRPr lang="fr-CM"/>
        </a:p>
      </dgm:t>
    </dgm:pt>
    <dgm:pt modelId="{EF4B11B4-13E7-4E27-9A15-C3B21FD38CC5}">
      <dgm:prSet phldrT="[Texte]"/>
      <dgm:spPr/>
      <dgm:t>
        <a:bodyPr/>
        <a:lstStyle/>
        <a:p>
          <a:r>
            <a:rPr lang="fr-FR" dirty="0"/>
            <a:t>Les données sont envoyées au plugin gnocchi.</a:t>
          </a:r>
          <a:endParaRPr lang="fr-CM" dirty="0"/>
        </a:p>
      </dgm:t>
    </dgm:pt>
    <dgm:pt modelId="{519807E3-C2CC-4F34-B37A-0C246157710D}" type="parTrans" cxnId="{77E05F20-6BAF-4242-A549-9666284EB354}">
      <dgm:prSet/>
      <dgm:spPr/>
      <dgm:t>
        <a:bodyPr/>
        <a:lstStyle/>
        <a:p>
          <a:endParaRPr lang="fr-CM"/>
        </a:p>
      </dgm:t>
    </dgm:pt>
    <dgm:pt modelId="{0C2030DA-D0D1-420F-9D88-F610BFAD2AEE}" type="sibTrans" cxnId="{77E05F20-6BAF-4242-A549-9666284EB354}">
      <dgm:prSet/>
      <dgm:spPr/>
      <dgm:t>
        <a:bodyPr/>
        <a:lstStyle/>
        <a:p>
          <a:endParaRPr lang="fr-CM"/>
        </a:p>
      </dgm:t>
    </dgm:pt>
    <dgm:pt modelId="{9DFC5ABF-2654-42F4-B810-57AC12CEC1AB}">
      <dgm:prSet phldrT="[Texte]"/>
      <dgm:spPr/>
      <dgm:t>
        <a:bodyPr/>
        <a:lstStyle/>
        <a:p>
          <a:r>
            <a:rPr lang="fr-CM" dirty="0" err="1"/>
            <a:t>Batching</a:t>
          </a:r>
          <a:endParaRPr lang="fr-CM" dirty="0"/>
        </a:p>
      </dgm:t>
    </dgm:pt>
    <dgm:pt modelId="{ED33B7E9-BAB9-4709-8B17-298FD1E2040F}" type="parTrans" cxnId="{1F422F85-F7F3-4686-9280-D50747DBA614}">
      <dgm:prSet/>
      <dgm:spPr/>
      <dgm:t>
        <a:bodyPr/>
        <a:lstStyle/>
        <a:p>
          <a:endParaRPr lang="fr-CM"/>
        </a:p>
      </dgm:t>
    </dgm:pt>
    <dgm:pt modelId="{AB959230-0087-4EC4-82BB-AF52F401DBCC}" type="sibTrans" cxnId="{1F422F85-F7F3-4686-9280-D50747DBA614}">
      <dgm:prSet/>
      <dgm:spPr/>
      <dgm:t>
        <a:bodyPr/>
        <a:lstStyle/>
        <a:p>
          <a:endParaRPr lang="fr-CM"/>
        </a:p>
      </dgm:t>
    </dgm:pt>
    <dgm:pt modelId="{6E91BE4F-0CAE-49B4-A693-CE92F05567ED}">
      <dgm:prSet phldrT="[Texte]"/>
      <dgm:spPr/>
      <dgm:t>
        <a:bodyPr/>
        <a:lstStyle/>
        <a:p>
          <a:r>
            <a:rPr lang="fr-FR" dirty="0"/>
            <a:t>Gnocchi reçoit les mesures et les traite par lots pour optimiser les performances disque.</a:t>
          </a:r>
          <a:endParaRPr lang="fr-CM" dirty="0"/>
        </a:p>
      </dgm:t>
    </dgm:pt>
    <dgm:pt modelId="{3E7D7C59-B767-45B4-A97E-5824D2115A98}" type="parTrans" cxnId="{E5ED8F76-6A85-44F4-ADF9-2552C3913A64}">
      <dgm:prSet/>
      <dgm:spPr/>
      <dgm:t>
        <a:bodyPr/>
        <a:lstStyle/>
        <a:p>
          <a:endParaRPr lang="fr-CM"/>
        </a:p>
      </dgm:t>
    </dgm:pt>
    <dgm:pt modelId="{4F09A217-4797-4255-AC2A-BA7BD46F6A4A}" type="sibTrans" cxnId="{E5ED8F76-6A85-44F4-ADF9-2552C3913A64}">
      <dgm:prSet/>
      <dgm:spPr/>
      <dgm:t>
        <a:bodyPr/>
        <a:lstStyle/>
        <a:p>
          <a:endParaRPr lang="fr-CM"/>
        </a:p>
      </dgm:t>
    </dgm:pt>
    <dgm:pt modelId="{964EDC00-8371-4DBD-82BD-8ABD12C735AB}" type="pres">
      <dgm:prSet presAssocID="{71228284-DE36-41A8-85AD-7F3C888745F8}" presName="linear" presStyleCnt="0">
        <dgm:presLayoutVars>
          <dgm:dir/>
          <dgm:animLvl val="lvl"/>
          <dgm:resizeHandles val="exact"/>
        </dgm:presLayoutVars>
      </dgm:prSet>
      <dgm:spPr/>
    </dgm:pt>
    <dgm:pt modelId="{D0D7A1B4-3BDC-42B1-9EEC-0460010B8379}" type="pres">
      <dgm:prSet presAssocID="{BB7A0131-170A-47B2-9053-9C2DAF3D89EB}" presName="parentLin" presStyleCnt="0"/>
      <dgm:spPr/>
    </dgm:pt>
    <dgm:pt modelId="{23D933B0-090B-4DE6-BCF6-3BF8C5438EF1}" type="pres">
      <dgm:prSet presAssocID="{BB7A0131-170A-47B2-9053-9C2DAF3D89EB}" presName="parentLeftMargin" presStyleLbl="node1" presStyleIdx="0" presStyleCnt="4"/>
      <dgm:spPr/>
    </dgm:pt>
    <dgm:pt modelId="{A5DD75C8-9CEC-4491-A261-54DF50D4376A}" type="pres">
      <dgm:prSet presAssocID="{BB7A0131-170A-47B2-9053-9C2DAF3D89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2D5835-A23B-4007-B02E-09DE5105F32D}" type="pres">
      <dgm:prSet presAssocID="{BB7A0131-170A-47B2-9053-9C2DAF3D89EB}" presName="negativeSpace" presStyleCnt="0"/>
      <dgm:spPr/>
    </dgm:pt>
    <dgm:pt modelId="{1452BBD8-3D75-4C8B-B77E-15C7CE0C889A}" type="pres">
      <dgm:prSet presAssocID="{BB7A0131-170A-47B2-9053-9C2DAF3D89EB}" presName="childText" presStyleLbl="conFgAcc1" presStyleIdx="0" presStyleCnt="4">
        <dgm:presLayoutVars>
          <dgm:bulletEnabled val="1"/>
        </dgm:presLayoutVars>
      </dgm:prSet>
      <dgm:spPr/>
    </dgm:pt>
    <dgm:pt modelId="{1984A60B-0360-42E9-879D-6EAC7BE3CE6E}" type="pres">
      <dgm:prSet presAssocID="{D069D089-C2D4-4AAB-9F82-BE359604B8D1}" presName="spaceBetweenRectangles" presStyleCnt="0"/>
      <dgm:spPr/>
    </dgm:pt>
    <dgm:pt modelId="{67638F2D-7279-4078-ABE2-0C60F131A41A}" type="pres">
      <dgm:prSet presAssocID="{FD2A940B-39C8-4F1D-ABE0-001B5C6BC92A}" presName="parentLin" presStyleCnt="0"/>
      <dgm:spPr/>
    </dgm:pt>
    <dgm:pt modelId="{D1F549E1-5700-4CCE-B922-7F7F7C3E713C}" type="pres">
      <dgm:prSet presAssocID="{FD2A940B-39C8-4F1D-ABE0-001B5C6BC92A}" presName="parentLeftMargin" presStyleLbl="node1" presStyleIdx="0" presStyleCnt="4"/>
      <dgm:spPr/>
    </dgm:pt>
    <dgm:pt modelId="{DF46D448-B16D-41B3-A003-1D3B03660700}" type="pres">
      <dgm:prSet presAssocID="{FD2A940B-39C8-4F1D-ABE0-001B5C6BC9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AFC3A4-FC41-4B13-9A72-5AC55872F4A8}" type="pres">
      <dgm:prSet presAssocID="{FD2A940B-39C8-4F1D-ABE0-001B5C6BC92A}" presName="negativeSpace" presStyleCnt="0"/>
      <dgm:spPr/>
    </dgm:pt>
    <dgm:pt modelId="{77953845-1AB7-40D7-A220-FA534CBEE193}" type="pres">
      <dgm:prSet presAssocID="{FD2A940B-39C8-4F1D-ABE0-001B5C6BC92A}" presName="childText" presStyleLbl="conFgAcc1" presStyleIdx="1" presStyleCnt="4">
        <dgm:presLayoutVars>
          <dgm:bulletEnabled val="1"/>
        </dgm:presLayoutVars>
      </dgm:prSet>
      <dgm:spPr/>
    </dgm:pt>
    <dgm:pt modelId="{74094F76-5943-4B1A-A020-674AEEC9B535}" type="pres">
      <dgm:prSet presAssocID="{3E678402-44D3-44CC-9DF7-AFF64AE217DF}" presName="spaceBetweenRectangles" presStyleCnt="0"/>
      <dgm:spPr/>
    </dgm:pt>
    <dgm:pt modelId="{DB21155A-49C5-409C-8A45-A85D2FD02B8D}" type="pres">
      <dgm:prSet presAssocID="{34F1C7DA-40C6-4E12-8D5D-56607A02F99C}" presName="parentLin" presStyleCnt="0"/>
      <dgm:spPr/>
    </dgm:pt>
    <dgm:pt modelId="{618DEC37-0574-405D-BC4A-0166C044E98A}" type="pres">
      <dgm:prSet presAssocID="{34F1C7DA-40C6-4E12-8D5D-56607A02F99C}" presName="parentLeftMargin" presStyleLbl="node1" presStyleIdx="1" presStyleCnt="4"/>
      <dgm:spPr/>
    </dgm:pt>
    <dgm:pt modelId="{EF14AEEF-A90C-459C-B724-46729DEB212D}" type="pres">
      <dgm:prSet presAssocID="{34F1C7DA-40C6-4E12-8D5D-56607A02F9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F4243D5-53B5-4E15-9331-A26C2F5F87E0}" type="pres">
      <dgm:prSet presAssocID="{34F1C7DA-40C6-4E12-8D5D-56607A02F99C}" presName="negativeSpace" presStyleCnt="0"/>
      <dgm:spPr/>
    </dgm:pt>
    <dgm:pt modelId="{0A269A04-F9AC-4683-8085-FF2D83FF7B16}" type="pres">
      <dgm:prSet presAssocID="{34F1C7DA-40C6-4E12-8D5D-56607A02F99C}" presName="childText" presStyleLbl="conFgAcc1" presStyleIdx="2" presStyleCnt="4">
        <dgm:presLayoutVars>
          <dgm:bulletEnabled val="1"/>
        </dgm:presLayoutVars>
      </dgm:prSet>
      <dgm:spPr/>
    </dgm:pt>
    <dgm:pt modelId="{08D67429-7FDB-41AA-8129-59BB483AB074}" type="pres">
      <dgm:prSet presAssocID="{E7CA329B-73D9-4EB9-9A85-C70785676706}" presName="spaceBetweenRectangles" presStyleCnt="0"/>
      <dgm:spPr/>
    </dgm:pt>
    <dgm:pt modelId="{7108C2E1-0FE9-4A7A-94F5-CAFA02513256}" type="pres">
      <dgm:prSet presAssocID="{9DFC5ABF-2654-42F4-B810-57AC12CEC1AB}" presName="parentLin" presStyleCnt="0"/>
      <dgm:spPr/>
    </dgm:pt>
    <dgm:pt modelId="{1B808545-08BF-4D5F-9F8C-DBED8A853D80}" type="pres">
      <dgm:prSet presAssocID="{9DFC5ABF-2654-42F4-B810-57AC12CEC1AB}" presName="parentLeftMargin" presStyleLbl="node1" presStyleIdx="2" presStyleCnt="4"/>
      <dgm:spPr/>
    </dgm:pt>
    <dgm:pt modelId="{1C4B4B6B-9792-4511-8E08-F935DEB32094}" type="pres">
      <dgm:prSet presAssocID="{9DFC5ABF-2654-42F4-B810-57AC12CEC1A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E02C59C-B02E-4391-874F-11C12CCC5884}" type="pres">
      <dgm:prSet presAssocID="{9DFC5ABF-2654-42F4-B810-57AC12CEC1AB}" presName="negativeSpace" presStyleCnt="0"/>
      <dgm:spPr/>
    </dgm:pt>
    <dgm:pt modelId="{050C6D7C-80BF-4E4D-B406-EB05D7FDE591}" type="pres">
      <dgm:prSet presAssocID="{9DFC5ABF-2654-42F4-B810-57AC12CEC1A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594BD02-370E-45FC-9392-31782F0F8B9D}" type="presOf" srcId="{83683ABC-2C7B-4FCA-AC66-7414056C0D28}" destId="{1452BBD8-3D75-4C8B-B77E-15C7CE0C889A}" srcOrd="0" destOrd="0" presId="urn:microsoft.com/office/officeart/2005/8/layout/list1"/>
    <dgm:cxn modelId="{74E06105-46A4-47D3-B8A0-921EAEF8F06F}" srcId="{71228284-DE36-41A8-85AD-7F3C888745F8}" destId="{BB7A0131-170A-47B2-9053-9C2DAF3D89EB}" srcOrd="0" destOrd="0" parTransId="{F2A94E7B-D6A0-4FC9-AABE-5948E23C3916}" sibTransId="{D069D089-C2D4-4AAB-9F82-BE359604B8D1}"/>
    <dgm:cxn modelId="{BF14D90C-4FAA-4365-94DE-D1ABBD50A8EB}" srcId="{71228284-DE36-41A8-85AD-7F3C888745F8}" destId="{34F1C7DA-40C6-4E12-8D5D-56607A02F99C}" srcOrd="2" destOrd="0" parTransId="{D103B980-8D45-4293-B4E1-E5E6813D47CD}" sibTransId="{E7CA329B-73D9-4EB9-9A85-C70785676706}"/>
    <dgm:cxn modelId="{03FEB90D-3554-41AE-8854-E6A215E669B3}" type="presOf" srcId="{BB7A0131-170A-47B2-9053-9C2DAF3D89EB}" destId="{A5DD75C8-9CEC-4491-A261-54DF50D4376A}" srcOrd="1" destOrd="0" presId="urn:microsoft.com/office/officeart/2005/8/layout/list1"/>
    <dgm:cxn modelId="{B8EC5F1B-1021-4673-A2D9-0BF5016E0046}" type="presOf" srcId="{BB7A0131-170A-47B2-9053-9C2DAF3D89EB}" destId="{23D933B0-090B-4DE6-BCF6-3BF8C5438EF1}" srcOrd="0" destOrd="0" presId="urn:microsoft.com/office/officeart/2005/8/layout/list1"/>
    <dgm:cxn modelId="{D1FE4C1E-2872-4F3D-86CC-A23BF427CF24}" type="presOf" srcId="{9DFC5ABF-2654-42F4-B810-57AC12CEC1AB}" destId="{1C4B4B6B-9792-4511-8E08-F935DEB32094}" srcOrd="1" destOrd="0" presId="urn:microsoft.com/office/officeart/2005/8/layout/list1"/>
    <dgm:cxn modelId="{77E05F20-6BAF-4242-A549-9666284EB354}" srcId="{34F1C7DA-40C6-4E12-8D5D-56607A02F99C}" destId="{EF4B11B4-13E7-4E27-9A15-C3B21FD38CC5}" srcOrd="0" destOrd="0" parTransId="{519807E3-C2CC-4F34-B37A-0C246157710D}" sibTransId="{0C2030DA-D0D1-420F-9D88-F610BFAD2AEE}"/>
    <dgm:cxn modelId="{DF1E7625-8B92-478E-A4BA-F8BBC1334A22}" type="presOf" srcId="{11696307-075A-4BB3-8773-56B3435FA06C}" destId="{77953845-1AB7-40D7-A220-FA534CBEE193}" srcOrd="0" destOrd="0" presId="urn:microsoft.com/office/officeart/2005/8/layout/list1"/>
    <dgm:cxn modelId="{655B3B37-32E0-4321-8505-E96D46F68110}" type="presOf" srcId="{71228284-DE36-41A8-85AD-7F3C888745F8}" destId="{964EDC00-8371-4DBD-82BD-8ABD12C735AB}" srcOrd="0" destOrd="0" presId="urn:microsoft.com/office/officeart/2005/8/layout/list1"/>
    <dgm:cxn modelId="{FAA01F3F-BC94-4555-96BC-D08DAE833033}" type="presOf" srcId="{FD2A940B-39C8-4F1D-ABE0-001B5C6BC92A}" destId="{DF46D448-B16D-41B3-A003-1D3B03660700}" srcOrd="1" destOrd="0" presId="urn:microsoft.com/office/officeart/2005/8/layout/list1"/>
    <dgm:cxn modelId="{4A30206A-EA6E-4386-921E-FACD10B6C3C4}" type="presOf" srcId="{6E91BE4F-0CAE-49B4-A693-CE92F05567ED}" destId="{050C6D7C-80BF-4E4D-B406-EB05D7FDE591}" srcOrd="0" destOrd="0" presId="urn:microsoft.com/office/officeart/2005/8/layout/list1"/>
    <dgm:cxn modelId="{14BA8F4A-96C3-4449-9A7B-3CD198FEA66C}" type="presOf" srcId="{34F1C7DA-40C6-4E12-8D5D-56607A02F99C}" destId="{618DEC37-0574-405D-BC4A-0166C044E98A}" srcOrd="0" destOrd="0" presId="urn:microsoft.com/office/officeart/2005/8/layout/list1"/>
    <dgm:cxn modelId="{A8C2164B-9C04-47D1-8931-E2A5311D6DC2}" type="presOf" srcId="{9DFC5ABF-2654-42F4-B810-57AC12CEC1AB}" destId="{1B808545-08BF-4D5F-9F8C-DBED8A853D80}" srcOrd="0" destOrd="0" presId="urn:microsoft.com/office/officeart/2005/8/layout/list1"/>
    <dgm:cxn modelId="{EF4E1E55-D8D3-4BB5-9C95-BF62A956E2F4}" srcId="{71228284-DE36-41A8-85AD-7F3C888745F8}" destId="{FD2A940B-39C8-4F1D-ABE0-001B5C6BC92A}" srcOrd="1" destOrd="0" parTransId="{38DD16EF-F00F-41D5-90A2-B8D9F560A70A}" sibTransId="{3E678402-44D3-44CC-9DF7-AFF64AE217DF}"/>
    <dgm:cxn modelId="{E5ED8F76-6A85-44F4-ADF9-2552C3913A64}" srcId="{9DFC5ABF-2654-42F4-B810-57AC12CEC1AB}" destId="{6E91BE4F-0CAE-49B4-A693-CE92F05567ED}" srcOrd="0" destOrd="0" parTransId="{3E7D7C59-B767-45B4-A97E-5824D2115A98}" sibTransId="{4F09A217-4797-4255-AC2A-BA7BD46F6A4A}"/>
    <dgm:cxn modelId="{D8E91D5A-B491-48C5-96CE-D7A4CC60E92A}" type="presOf" srcId="{34F1C7DA-40C6-4E12-8D5D-56607A02F99C}" destId="{EF14AEEF-A90C-459C-B724-46729DEB212D}" srcOrd="1" destOrd="0" presId="urn:microsoft.com/office/officeart/2005/8/layout/list1"/>
    <dgm:cxn modelId="{1F422F85-F7F3-4686-9280-D50747DBA614}" srcId="{71228284-DE36-41A8-85AD-7F3C888745F8}" destId="{9DFC5ABF-2654-42F4-B810-57AC12CEC1AB}" srcOrd="3" destOrd="0" parTransId="{ED33B7E9-BAB9-4709-8B17-298FD1E2040F}" sibTransId="{AB959230-0087-4EC4-82BB-AF52F401DBCC}"/>
    <dgm:cxn modelId="{8E9DFB96-D9BD-453B-AB8B-3733894509CD}" type="presOf" srcId="{FD2A940B-39C8-4F1D-ABE0-001B5C6BC92A}" destId="{D1F549E1-5700-4CCE-B922-7F7F7C3E713C}" srcOrd="0" destOrd="0" presId="urn:microsoft.com/office/officeart/2005/8/layout/list1"/>
    <dgm:cxn modelId="{0865A1A9-2366-47A1-A4E7-4C775262922A}" srcId="{BB7A0131-170A-47B2-9053-9C2DAF3D89EB}" destId="{83683ABC-2C7B-4FCA-AC66-7414056C0D28}" srcOrd="0" destOrd="0" parTransId="{66386B2B-53E1-482A-8B29-794E5270EEE4}" sibTransId="{CD04345C-EB1C-4168-A1E6-FE862280EC10}"/>
    <dgm:cxn modelId="{DFA576B2-6CF2-4D04-84E3-47E95072C47C}" type="presOf" srcId="{EF4B11B4-13E7-4E27-9A15-C3B21FD38CC5}" destId="{0A269A04-F9AC-4683-8085-FF2D83FF7B16}" srcOrd="0" destOrd="0" presId="urn:microsoft.com/office/officeart/2005/8/layout/list1"/>
    <dgm:cxn modelId="{BA461ADA-5D07-48F7-BBD8-8BF5E7CF058E}" srcId="{FD2A940B-39C8-4F1D-ABE0-001B5C6BC92A}" destId="{11696307-075A-4BB3-8773-56B3435FA06C}" srcOrd="0" destOrd="0" parTransId="{80DB57B2-C9FF-4AF3-9065-8F5B51A90FD2}" sibTransId="{220D02D1-6A4A-4E84-8ADE-4A7FBA568F2B}"/>
    <dgm:cxn modelId="{1C3F07A7-ECB0-4E43-8BF5-B0C4DF8950AF}" type="presParOf" srcId="{964EDC00-8371-4DBD-82BD-8ABD12C735AB}" destId="{D0D7A1B4-3BDC-42B1-9EEC-0460010B8379}" srcOrd="0" destOrd="0" presId="urn:microsoft.com/office/officeart/2005/8/layout/list1"/>
    <dgm:cxn modelId="{5BE56B41-FA27-4A81-ABF1-1EEE440D8590}" type="presParOf" srcId="{D0D7A1B4-3BDC-42B1-9EEC-0460010B8379}" destId="{23D933B0-090B-4DE6-BCF6-3BF8C5438EF1}" srcOrd="0" destOrd="0" presId="urn:microsoft.com/office/officeart/2005/8/layout/list1"/>
    <dgm:cxn modelId="{86A8B9FB-0C76-4812-9128-9382836BF068}" type="presParOf" srcId="{D0D7A1B4-3BDC-42B1-9EEC-0460010B8379}" destId="{A5DD75C8-9CEC-4491-A261-54DF50D4376A}" srcOrd="1" destOrd="0" presId="urn:microsoft.com/office/officeart/2005/8/layout/list1"/>
    <dgm:cxn modelId="{8811781C-2BF4-4A47-A50F-8AAFC38AFB57}" type="presParOf" srcId="{964EDC00-8371-4DBD-82BD-8ABD12C735AB}" destId="{C12D5835-A23B-4007-B02E-09DE5105F32D}" srcOrd="1" destOrd="0" presId="urn:microsoft.com/office/officeart/2005/8/layout/list1"/>
    <dgm:cxn modelId="{B96B15FD-C4D2-43F5-A360-4046B56B50EB}" type="presParOf" srcId="{964EDC00-8371-4DBD-82BD-8ABD12C735AB}" destId="{1452BBD8-3D75-4C8B-B77E-15C7CE0C889A}" srcOrd="2" destOrd="0" presId="urn:microsoft.com/office/officeart/2005/8/layout/list1"/>
    <dgm:cxn modelId="{74FF90EB-A222-4667-9E50-A9DB93E4F056}" type="presParOf" srcId="{964EDC00-8371-4DBD-82BD-8ABD12C735AB}" destId="{1984A60B-0360-42E9-879D-6EAC7BE3CE6E}" srcOrd="3" destOrd="0" presId="urn:microsoft.com/office/officeart/2005/8/layout/list1"/>
    <dgm:cxn modelId="{099DBC18-8993-4F1F-ABFA-FD8AA67E9CEE}" type="presParOf" srcId="{964EDC00-8371-4DBD-82BD-8ABD12C735AB}" destId="{67638F2D-7279-4078-ABE2-0C60F131A41A}" srcOrd="4" destOrd="0" presId="urn:microsoft.com/office/officeart/2005/8/layout/list1"/>
    <dgm:cxn modelId="{DA597FAB-95EF-46C2-897B-5874633BCD13}" type="presParOf" srcId="{67638F2D-7279-4078-ABE2-0C60F131A41A}" destId="{D1F549E1-5700-4CCE-B922-7F7F7C3E713C}" srcOrd="0" destOrd="0" presId="urn:microsoft.com/office/officeart/2005/8/layout/list1"/>
    <dgm:cxn modelId="{795EE3F7-45B7-4CAD-96E4-63EE9716C781}" type="presParOf" srcId="{67638F2D-7279-4078-ABE2-0C60F131A41A}" destId="{DF46D448-B16D-41B3-A003-1D3B03660700}" srcOrd="1" destOrd="0" presId="urn:microsoft.com/office/officeart/2005/8/layout/list1"/>
    <dgm:cxn modelId="{1FDDE8BB-137B-45FD-898B-604BB36BA46B}" type="presParOf" srcId="{964EDC00-8371-4DBD-82BD-8ABD12C735AB}" destId="{3AAFC3A4-FC41-4B13-9A72-5AC55872F4A8}" srcOrd="5" destOrd="0" presId="urn:microsoft.com/office/officeart/2005/8/layout/list1"/>
    <dgm:cxn modelId="{11C36872-A1FE-48D9-BAA3-FF0C5B5026D1}" type="presParOf" srcId="{964EDC00-8371-4DBD-82BD-8ABD12C735AB}" destId="{77953845-1AB7-40D7-A220-FA534CBEE193}" srcOrd="6" destOrd="0" presId="urn:microsoft.com/office/officeart/2005/8/layout/list1"/>
    <dgm:cxn modelId="{7B0AEB9E-C0D3-42AD-BDBC-2454D32F9D96}" type="presParOf" srcId="{964EDC00-8371-4DBD-82BD-8ABD12C735AB}" destId="{74094F76-5943-4B1A-A020-674AEEC9B535}" srcOrd="7" destOrd="0" presId="urn:microsoft.com/office/officeart/2005/8/layout/list1"/>
    <dgm:cxn modelId="{8465CEF3-D4C4-4B51-BFC0-A459CF3C5D6C}" type="presParOf" srcId="{964EDC00-8371-4DBD-82BD-8ABD12C735AB}" destId="{DB21155A-49C5-409C-8A45-A85D2FD02B8D}" srcOrd="8" destOrd="0" presId="urn:microsoft.com/office/officeart/2005/8/layout/list1"/>
    <dgm:cxn modelId="{B26EB418-B181-478C-9026-B321FDA4EC39}" type="presParOf" srcId="{DB21155A-49C5-409C-8A45-A85D2FD02B8D}" destId="{618DEC37-0574-405D-BC4A-0166C044E98A}" srcOrd="0" destOrd="0" presId="urn:microsoft.com/office/officeart/2005/8/layout/list1"/>
    <dgm:cxn modelId="{DE8E36AE-BD16-4EDA-8F2C-48DBB1B245CA}" type="presParOf" srcId="{DB21155A-49C5-409C-8A45-A85D2FD02B8D}" destId="{EF14AEEF-A90C-459C-B724-46729DEB212D}" srcOrd="1" destOrd="0" presId="urn:microsoft.com/office/officeart/2005/8/layout/list1"/>
    <dgm:cxn modelId="{2FFF3F5E-A505-4F2C-BCAE-9B4ECB4ABB8A}" type="presParOf" srcId="{964EDC00-8371-4DBD-82BD-8ABD12C735AB}" destId="{9F4243D5-53B5-4E15-9331-A26C2F5F87E0}" srcOrd="9" destOrd="0" presId="urn:microsoft.com/office/officeart/2005/8/layout/list1"/>
    <dgm:cxn modelId="{5FE6E600-2FCA-4D8B-BD9E-6B88BB187AEC}" type="presParOf" srcId="{964EDC00-8371-4DBD-82BD-8ABD12C735AB}" destId="{0A269A04-F9AC-4683-8085-FF2D83FF7B16}" srcOrd="10" destOrd="0" presId="urn:microsoft.com/office/officeart/2005/8/layout/list1"/>
    <dgm:cxn modelId="{322C50C9-DD70-4C95-B9EE-C8E15A8D4573}" type="presParOf" srcId="{964EDC00-8371-4DBD-82BD-8ABD12C735AB}" destId="{08D67429-7FDB-41AA-8129-59BB483AB074}" srcOrd="11" destOrd="0" presId="urn:microsoft.com/office/officeart/2005/8/layout/list1"/>
    <dgm:cxn modelId="{486A9B2E-722B-495A-AADA-9B73D4C6B0BF}" type="presParOf" srcId="{964EDC00-8371-4DBD-82BD-8ABD12C735AB}" destId="{7108C2E1-0FE9-4A7A-94F5-CAFA02513256}" srcOrd="12" destOrd="0" presId="urn:microsoft.com/office/officeart/2005/8/layout/list1"/>
    <dgm:cxn modelId="{5A038030-0EAC-4F0A-988C-39333552C93F}" type="presParOf" srcId="{7108C2E1-0FE9-4A7A-94F5-CAFA02513256}" destId="{1B808545-08BF-4D5F-9F8C-DBED8A853D80}" srcOrd="0" destOrd="0" presId="urn:microsoft.com/office/officeart/2005/8/layout/list1"/>
    <dgm:cxn modelId="{4F00E03A-2539-4056-A478-ABD2B29F620F}" type="presParOf" srcId="{7108C2E1-0FE9-4A7A-94F5-CAFA02513256}" destId="{1C4B4B6B-9792-4511-8E08-F935DEB32094}" srcOrd="1" destOrd="0" presId="urn:microsoft.com/office/officeart/2005/8/layout/list1"/>
    <dgm:cxn modelId="{B1B310AF-84D3-465B-BD32-B57D3E3B8CBE}" type="presParOf" srcId="{964EDC00-8371-4DBD-82BD-8ABD12C735AB}" destId="{BE02C59C-B02E-4391-874F-11C12CCC5884}" srcOrd="13" destOrd="0" presId="urn:microsoft.com/office/officeart/2005/8/layout/list1"/>
    <dgm:cxn modelId="{9078C28D-D121-4961-9D7D-111FEC0AE0D0}" type="presParOf" srcId="{964EDC00-8371-4DBD-82BD-8ABD12C735AB}" destId="{050C6D7C-80BF-4E4D-B406-EB05D7FDE59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80273E-1335-47A0-B862-79879F3C80CE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CF4DAC61-B8EE-4320-AE0A-2627A7E5B8E5}">
      <dgm:prSet phldrT="[Texte]"/>
      <dgm:spPr/>
      <dgm:t>
        <a:bodyPr/>
        <a:lstStyle/>
        <a:p>
          <a:r>
            <a:rPr lang="fr-FR" dirty="0"/>
            <a:t>Resource : L'objet monitoré (ex: une VM).</a:t>
          </a:r>
          <a:endParaRPr lang="fr-CM" dirty="0"/>
        </a:p>
      </dgm:t>
    </dgm:pt>
    <dgm:pt modelId="{B448140A-CED9-4361-8E5D-15BF5AE605AC}" type="parTrans" cxnId="{BB507C39-2F13-4E8C-B173-F05211D011AD}">
      <dgm:prSet/>
      <dgm:spPr/>
      <dgm:t>
        <a:bodyPr/>
        <a:lstStyle/>
        <a:p>
          <a:endParaRPr lang="fr-CM"/>
        </a:p>
      </dgm:t>
    </dgm:pt>
    <dgm:pt modelId="{E5A739C4-CAEE-4BDA-94B6-77A8F1AE2A66}" type="sibTrans" cxnId="{BB507C39-2F13-4E8C-B173-F05211D011AD}">
      <dgm:prSet/>
      <dgm:spPr/>
      <dgm:t>
        <a:bodyPr/>
        <a:lstStyle/>
        <a:p>
          <a:endParaRPr lang="fr-CM"/>
        </a:p>
      </dgm:t>
    </dgm:pt>
    <dgm:pt modelId="{1C7A4547-81D5-4B01-ADCE-4E0FEDA6DB58}">
      <dgm:prSet phldrT="[Texte]"/>
      <dgm:spPr/>
      <dgm:t>
        <a:bodyPr/>
        <a:lstStyle/>
        <a:p>
          <a:r>
            <a:rPr lang="fr-CM" dirty="0"/>
            <a:t>Archive Policy</a:t>
          </a:r>
        </a:p>
      </dgm:t>
    </dgm:pt>
    <dgm:pt modelId="{5DCB43B0-172E-47CD-A567-A63C4F1C704B}" type="parTrans" cxnId="{38504A43-5797-4573-AF89-D4A04D7D6F66}">
      <dgm:prSet/>
      <dgm:spPr/>
      <dgm:t>
        <a:bodyPr/>
        <a:lstStyle/>
        <a:p>
          <a:endParaRPr lang="fr-CM"/>
        </a:p>
      </dgm:t>
    </dgm:pt>
    <dgm:pt modelId="{7A35C35E-2906-4C55-BC5F-A0E7000BCACC}" type="sibTrans" cxnId="{38504A43-5797-4573-AF89-D4A04D7D6F66}">
      <dgm:prSet/>
      <dgm:spPr/>
      <dgm:t>
        <a:bodyPr/>
        <a:lstStyle/>
        <a:p>
          <a:endParaRPr lang="fr-CM"/>
        </a:p>
      </dgm:t>
    </dgm:pt>
    <dgm:pt modelId="{2092E1AB-C66B-4D76-98C3-E6750DB6C399}">
      <dgm:prSet/>
      <dgm:spPr/>
      <dgm:t>
        <a:bodyPr/>
        <a:lstStyle/>
        <a:p>
          <a:r>
            <a:rPr lang="fr-FR" dirty="0"/>
            <a:t>Archive Policy : Définit la précision (ex: un point toutes les 5 min) et la durée de vie.</a:t>
          </a:r>
          <a:endParaRPr lang="fr-CM" dirty="0"/>
        </a:p>
      </dgm:t>
    </dgm:pt>
    <dgm:pt modelId="{99F08FBE-B0E5-446E-BE71-6A98FB98DFB0}" type="parTrans" cxnId="{9F5A1C90-C262-46F3-8774-6680C1695D71}">
      <dgm:prSet/>
      <dgm:spPr/>
      <dgm:t>
        <a:bodyPr/>
        <a:lstStyle/>
        <a:p>
          <a:endParaRPr lang="fr-CM"/>
        </a:p>
      </dgm:t>
    </dgm:pt>
    <dgm:pt modelId="{53688AF0-6A0A-4222-AB5B-A3457A6873F2}" type="sibTrans" cxnId="{9F5A1C90-C262-46F3-8774-6680C1695D71}">
      <dgm:prSet/>
      <dgm:spPr/>
      <dgm:t>
        <a:bodyPr/>
        <a:lstStyle/>
        <a:p>
          <a:endParaRPr lang="fr-CM"/>
        </a:p>
      </dgm:t>
    </dgm:pt>
    <dgm:pt modelId="{9BF45AFF-C8AA-410B-896C-B996260339A1}" type="pres">
      <dgm:prSet presAssocID="{B580273E-1335-47A0-B862-79879F3C80CE}" presName="Name0" presStyleCnt="0">
        <dgm:presLayoutVars>
          <dgm:chMax/>
          <dgm:chPref/>
          <dgm:dir/>
        </dgm:presLayoutVars>
      </dgm:prSet>
      <dgm:spPr/>
    </dgm:pt>
    <dgm:pt modelId="{125D480D-3609-4A3E-9620-2C459962A13E}" type="pres">
      <dgm:prSet presAssocID="{CF4DAC61-B8EE-4320-AE0A-2627A7E5B8E5}" presName="parenttextcomposite" presStyleCnt="0"/>
      <dgm:spPr/>
    </dgm:pt>
    <dgm:pt modelId="{680F4809-AC2C-47A4-A32A-ED938F3A3AD1}" type="pres">
      <dgm:prSet presAssocID="{CF4DAC61-B8EE-4320-AE0A-2627A7E5B8E5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865AAB1E-D509-45F4-9A64-B04FF3C5A333}" type="pres">
      <dgm:prSet presAssocID="{CF4DAC61-B8EE-4320-AE0A-2627A7E5B8E5}" presName="parallelogramComposite" presStyleCnt="0"/>
      <dgm:spPr/>
    </dgm:pt>
    <dgm:pt modelId="{81DA714E-B30D-4A4A-A20B-5273F8598899}" type="pres">
      <dgm:prSet presAssocID="{CF4DAC61-B8EE-4320-AE0A-2627A7E5B8E5}" presName="parallelogram1" presStyleLbl="alignNode1" presStyleIdx="0" presStyleCnt="21"/>
      <dgm:spPr/>
    </dgm:pt>
    <dgm:pt modelId="{FBDE2ECA-B6D2-4712-8429-59F6129497F2}" type="pres">
      <dgm:prSet presAssocID="{CF4DAC61-B8EE-4320-AE0A-2627A7E5B8E5}" presName="parallelogram2" presStyleLbl="alignNode1" presStyleIdx="1" presStyleCnt="21"/>
      <dgm:spPr/>
    </dgm:pt>
    <dgm:pt modelId="{78F46796-A019-474B-A32D-8CE24B05A0DE}" type="pres">
      <dgm:prSet presAssocID="{CF4DAC61-B8EE-4320-AE0A-2627A7E5B8E5}" presName="parallelogram3" presStyleLbl="alignNode1" presStyleIdx="2" presStyleCnt="21"/>
      <dgm:spPr/>
    </dgm:pt>
    <dgm:pt modelId="{5AAF2703-0924-4A94-A07B-FE93CF87CF38}" type="pres">
      <dgm:prSet presAssocID="{CF4DAC61-B8EE-4320-AE0A-2627A7E5B8E5}" presName="parallelogram4" presStyleLbl="alignNode1" presStyleIdx="3" presStyleCnt="21"/>
      <dgm:spPr/>
    </dgm:pt>
    <dgm:pt modelId="{9CB56020-D2F8-4421-8CDA-52C9005C9E8C}" type="pres">
      <dgm:prSet presAssocID="{CF4DAC61-B8EE-4320-AE0A-2627A7E5B8E5}" presName="parallelogram5" presStyleLbl="alignNode1" presStyleIdx="4" presStyleCnt="21"/>
      <dgm:spPr/>
    </dgm:pt>
    <dgm:pt modelId="{DFBD4CE1-ADA7-4AFF-B2F4-FEFA961CBC14}" type="pres">
      <dgm:prSet presAssocID="{CF4DAC61-B8EE-4320-AE0A-2627A7E5B8E5}" presName="parallelogram6" presStyleLbl="alignNode1" presStyleIdx="5" presStyleCnt="21"/>
      <dgm:spPr/>
    </dgm:pt>
    <dgm:pt modelId="{B5025EA1-01B1-44E0-AB1A-D8E34963714A}" type="pres">
      <dgm:prSet presAssocID="{CF4DAC61-B8EE-4320-AE0A-2627A7E5B8E5}" presName="parallelogram7" presStyleLbl="alignNode1" presStyleIdx="6" presStyleCnt="21"/>
      <dgm:spPr/>
    </dgm:pt>
    <dgm:pt modelId="{AC0A1F74-A2B1-4A8B-BFF6-F6E7E070101B}" type="pres">
      <dgm:prSet presAssocID="{E5A739C4-CAEE-4BDA-94B6-77A8F1AE2A66}" presName="sibTrans" presStyleCnt="0"/>
      <dgm:spPr/>
    </dgm:pt>
    <dgm:pt modelId="{EC10588C-A458-47DA-ABE5-CEB49B65D3CE}" type="pres">
      <dgm:prSet presAssocID="{1C7A4547-81D5-4B01-ADCE-4E0FEDA6DB58}" presName="parenttextcomposite" presStyleCnt="0"/>
      <dgm:spPr/>
    </dgm:pt>
    <dgm:pt modelId="{C220B58A-1D07-42C5-BE01-7652F118EC55}" type="pres">
      <dgm:prSet presAssocID="{1C7A4547-81D5-4B01-ADCE-4E0FEDA6DB58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F9F41D2-46A1-4601-8D16-51DDEE7AA71F}" type="pres">
      <dgm:prSet presAssocID="{1C7A4547-81D5-4B01-ADCE-4E0FEDA6DB58}" presName="parallelogramComposite" presStyleCnt="0"/>
      <dgm:spPr/>
    </dgm:pt>
    <dgm:pt modelId="{39E47176-597C-4AF3-A457-88856071D305}" type="pres">
      <dgm:prSet presAssocID="{1C7A4547-81D5-4B01-ADCE-4E0FEDA6DB58}" presName="parallelogram1" presStyleLbl="alignNode1" presStyleIdx="7" presStyleCnt="21"/>
      <dgm:spPr/>
    </dgm:pt>
    <dgm:pt modelId="{E3980803-D85D-4577-B407-D5215928FA13}" type="pres">
      <dgm:prSet presAssocID="{1C7A4547-81D5-4B01-ADCE-4E0FEDA6DB58}" presName="parallelogram2" presStyleLbl="alignNode1" presStyleIdx="8" presStyleCnt="21"/>
      <dgm:spPr/>
    </dgm:pt>
    <dgm:pt modelId="{7E3F9BC4-6A60-485E-A985-BB63D41A5FB5}" type="pres">
      <dgm:prSet presAssocID="{1C7A4547-81D5-4B01-ADCE-4E0FEDA6DB58}" presName="parallelogram3" presStyleLbl="alignNode1" presStyleIdx="9" presStyleCnt="21"/>
      <dgm:spPr/>
    </dgm:pt>
    <dgm:pt modelId="{EF4BEFA3-A6C9-464C-8D59-457C41E88CB8}" type="pres">
      <dgm:prSet presAssocID="{1C7A4547-81D5-4B01-ADCE-4E0FEDA6DB58}" presName="parallelogram4" presStyleLbl="alignNode1" presStyleIdx="10" presStyleCnt="21"/>
      <dgm:spPr/>
    </dgm:pt>
    <dgm:pt modelId="{A207D180-64D7-4785-A9C7-46F50CF9D4F5}" type="pres">
      <dgm:prSet presAssocID="{1C7A4547-81D5-4B01-ADCE-4E0FEDA6DB58}" presName="parallelogram5" presStyleLbl="alignNode1" presStyleIdx="11" presStyleCnt="21"/>
      <dgm:spPr/>
    </dgm:pt>
    <dgm:pt modelId="{88CFD321-5CE3-4DF0-8B06-DF5FEA4FC058}" type="pres">
      <dgm:prSet presAssocID="{1C7A4547-81D5-4B01-ADCE-4E0FEDA6DB58}" presName="parallelogram6" presStyleLbl="alignNode1" presStyleIdx="12" presStyleCnt="21"/>
      <dgm:spPr/>
    </dgm:pt>
    <dgm:pt modelId="{9258D1B6-26D4-4003-84D4-FE5E36AEF78C}" type="pres">
      <dgm:prSet presAssocID="{1C7A4547-81D5-4B01-ADCE-4E0FEDA6DB58}" presName="parallelogram7" presStyleLbl="alignNode1" presStyleIdx="13" presStyleCnt="21"/>
      <dgm:spPr/>
    </dgm:pt>
    <dgm:pt modelId="{D4FC81AD-428F-436A-8608-F38123216D41}" type="pres">
      <dgm:prSet presAssocID="{7A35C35E-2906-4C55-BC5F-A0E7000BCACC}" presName="sibTrans" presStyleCnt="0"/>
      <dgm:spPr/>
    </dgm:pt>
    <dgm:pt modelId="{554A71C2-80C7-4703-97C4-316F77A3A084}" type="pres">
      <dgm:prSet presAssocID="{2092E1AB-C66B-4D76-98C3-E6750DB6C399}" presName="parenttextcomposite" presStyleCnt="0"/>
      <dgm:spPr/>
    </dgm:pt>
    <dgm:pt modelId="{A3B10A9B-DDB4-4446-A5E5-DF7817FF20C1}" type="pres">
      <dgm:prSet presAssocID="{2092E1AB-C66B-4D76-98C3-E6750DB6C399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A5AD5D7C-54FB-4B49-B297-E5C9286CCE7F}" type="pres">
      <dgm:prSet presAssocID="{2092E1AB-C66B-4D76-98C3-E6750DB6C399}" presName="parallelogramComposite" presStyleCnt="0"/>
      <dgm:spPr/>
    </dgm:pt>
    <dgm:pt modelId="{42C1990B-D350-4956-AA51-A9BDA68F0C9A}" type="pres">
      <dgm:prSet presAssocID="{2092E1AB-C66B-4D76-98C3-E6750DB6C399}" presName="parallelogram1" presStyleLbl="alignNode1" presStyleIdx="14" presStyleCnt="21"/>
      <dgm:spPr/>
    </dgm:pt>
    <dgm:pt modelId="{E4B40FB1-AB33-40D7-A6C4-4FE91D04D450}" type="pres">
      <dgm:prSet presAssocID="{2092E1AB-C66B-4D76-98C3-E6750DB6C399}" presName="parallelogram2" presStyleLbl="alignNode1" presStyleIdx="15" presStyleCnt="21"/>
      <dgm:spPr/>
    </dgm:pt>
    <dgm:pt modelId="{E6416728-5CEA-4D09-94D7-5F9D98493541}" type="pres">
      <dgm:prSet presAssocID="{2092E1AB-C66B-4D76-98C3-E6750DB6C399}" presName="parallelogram3" presStyleLbl="alignNode1" presStyleIdx="16" presStyleCnt="21"/>
      <dgm:spPr/>
    </dgm:pt>
    <dgm:pt modelId="{24C25B37-BEA2-429F-BE8C-531174B366D5}" type="pres">
      <dgm:prSet presAssocID="{2092E1AB-C66B-4D76-98C3-E6750DB6C399}" presName="parallelogram4" presStyleLbl="alignNode1" presStyleIdx="17" presStyleCnt="21"/>
      <dgm:spPr/>
    </dgm:pt>
    <dgm:pt modelId="{66A575BE-ADC7-4BC9-9A9D-213CE942B672}" type="pres">
      <dgm:prSet presAssocID="{2092E1AB-C66B-4D76-98C3-E6750DB6C399}" presName="parallelogram5" presStyleLbl="alignNode1" presStyleIdx="18" presStyleCnt="21"/>
      <dgm:spPr/>
    </dgm:pt>
    <dgm:pt modelId="{8C3A18CA-725E-4A79-BA9F-F7609E148705}" type="pres">
      <dgm:prSet presAssocID="{2092E1AB-C66B-4D76-98C3-E6750DB6C399}" presName="parallelogram6" presStyleLbl="alignNode1" presStyleIdx="19" presStyleCnt="21"/>
      <dgm:spPr/>
    </dgm:pt>
    <dgm:pt modelId="{75154AB4-8BDF-415A-B385-55401CE4E732}" type="pres">
      <dgm:prSet presAssocID="{2092E1AB-C66B-4D76-98C3-E6750DB6C399}" presName="parallelogram7" presStyleLbl="alignNode1" presStyleIdx="20" presStyleCnt="21"/>
      <dgm:spPr/>
    </dgm:pt>
  </dgm:ptLst>
  <dgm:cxnLst>
    <dgm:cxn modelId="{BB507C39-2F13-4E8C-B173-F05211D011AD}" srcId="{B580273E-1335-47A0-B862-79879F3C80CE}" destId="{CF4DAC61-B8EE-4320-AE0A-2627A7E5B8E5}" srcOrd="0" destOrd="0" parTransId="{B448140A-CED9-4361-8E5D-15BF5AE605AC}" sibTransId="{E5A739C4-CAEE-4BDA-94B6-77A8F1AE2A66}"/>
    <dgm:cxn modelId="{268E175B-880F-4D00-8953-273B173E5174}" type="presOf" srcId="{CF4DAC61-B8EE-4320-AE0A-2627A7E5B8E5}" destId="{680F4809-AC2C-47A4-A32A-ED938F3A3AD1}" srcOrd="0" destOrd="0" presId="urn:microsoft.com/office/officeart/2008/layout/VerticalAccentList"/>
    <dgm:cxn modelId="{38504A43-5797-4573-AF89-D4A04D7D6F66}" srcId="{B580273E-1335-47A0-B862-79879F3C80CE}" destId="{1C7A4547-81D5-4B01-ADCE-4E0FEDA6DB58}" srcOrd="1" destOrd="0" parTransId="{5DCB43B0-172E-47CD-A567-A63C4F1C704B}" sibTransId="{7A35C35E-2906-4C55-BC5F-A0E7000BCACC}"/>
    <dgm:cxn modelId="{4CC10490-4FDC-47DA-90B7-4E487B6C1554}" type="presOf" srcId="{B580273E-1335-47A0-B862-79879F3C80CE}" destId="{9BF45AFF-C8AA-410B-896C-B996260339A1}" srcOrd="0" destOrd="0" presId="urn:microsoft.com/office/officeart/2008/layout/VerticalAccentList"/>
    <dgm:cxn modelId="{9F5A1C90-C262-46F3-8774-6680C1695D71}" srcId="{B580273E-1335-47A0-B862-79879F3C80CE}" destId="{2092E1AB-C66B-4D76-98C3-E6750DB6C399}" srcOrd="2" destOrd="0" parTransId="{99F08FBE-B0E5-446E-BE71-6A98FB98DFB0}" sibTransId="{53688AF0-6A0A-4222-AB5B-A3457A6873F2}"/>
    <dgm:cxn modelId="{0860FBA6-6534-42ED-8FE9-9B7F24A6C4D7}" type="presOf" srcId="{1C7A4547-81D5-4B01-ADCE-4E0FEDA6DB58}" destId="{C220B58A-1D07-42C5-BE01-7652F118EC55}" srcOrd="0" destOrd="0" presId="urn:microsoft.com/office/officeart/2008/layout/VerticalAccentList"/>
    <dgm:cxn modelId="{D637AFE3-53CE-44FD-881B-AAFB72B71E50}" type="presOf" srcId="{2092E1AB-C66B-4D76-98C3-E6750DB6C399}" destId="{A3B10A9B-DDB4-4446-A5E5-DF7817FF20C1}" srcOrd="0" destOrd="0" presId="urn:microsoft.com/office/officeart/2008/layout/VerticalAccentList"/>
    <dgm:cxn modelId="{E095ABCE-A6E8-43B9-A01E-FBB22B38EDD3}" type="presParOf" srcId="{9BF45AFF-C8AA-410B-896C-B996260339A1}" destId="{125D480D-3609-4A3E-9620-2C459962A13E}" srcOrd="0" destOrd="0" presId="urn:microsoft.com/office/officeart/2008/layout/VerticalAccentList"/>
    <dgm:cxn modelId="{A47D9658-3991-42CF-B849-154654A162D9}" type="presParOf" srcId="{125D480D-3609-4A3E-9620-2C459962A13E}" destId="{680F4809-AC2C-47A4-A32A-ED938F3A3AD1}" srcOrd="0" destOrd="0" presId="urn:microsoft.com/office/officeart/2008/layout/VerticalAccentList"/>
    <dgm:cxn modelId="{89603B0D-F936-4B3D-9013-8910A27745F0}" type="presParOf" srcId="{9BF45AFF-C8AA-410B-896C-B996260339A1}" destId="{865AAB1E-D509-45F4-9A64-B04FF3C5A333}" srcOrd="1" destOrd="0" presId="urn:microsoft.com/office/officeart/2008/layout/VerticalAccentList"/>
    <dgm:cxn modelId="{111260AC-6AB8-4A49-BDB9-01CBA3ACB135}" type="presParOf" srcId="{865AAB1E-D509-45F4-9A64-B04FF3C5A333}" destId="{81DA714E-B30D-4A4A-A20B-5273F8598899}" srcOrd="0" destOrd="0" presId="urn:microsoft.com/office/officeart/2008/layout/VerticalAccentList"/>
    <dgm:cxn modelId="{054C983D-D551-4BB9-B8B5-8FC07ED7E4D7}" type="presParOf" srcId="{865AAB1E-D509-45F4-9A64-B04FF3C5A333}" destId="{FBDE2ECA-B6D2-4712-8429-59F6129497F2}" srcOrd="1" destOrd="0" presId="urn:microsoft.com/office/officeart/2008/layout/VerticalAccentList"/>
    <dgm:cxn modelId="{C5348399-6281-46B6-8475-E6E06A13745D}" type="presParOf" srcId="{865AAB1E-D509-45F4-9A64-B04FF3C5A333}" destId="{78F46796-A019-474B-A32D-8CE24B05A0DE}" srcOrd="2" destOrd="0" presId="urn:microsoft.com/office/officeart/2008/layout/VerticalAccentList"/>
    <dgm:cxn modelId="{1AAF6D67-C303-4B59-8955-BB641F31CEF8}" type="presParOf" srcId="{865AAB1E-D509-45F4-9A64-B04FF3C5A333}" destId="{5AAF2703-0924-4A94-A07B-FE93CF87CF38}" srcOrd="3" destOrd="0" presId="urn:microsoft.com/office/officeart/2008/layout/VerticalAccentList"/>
    <dgm:cxn modelId="{D2AA8630-700B-4EDD-825C-4D131BEA1E1A}" type="presParOf" srcId="{865AAB1E-D509-45F4-9A64-B04FF3C5A333}" destId="{9CB56020-D2F8-4421-8CDA-52C9005C9E8C}" srcOrd="4" destOrd="0" presId="urn:microsoft.com/office/officeart/2008/layout/VerticalAccentList"/>
    <dgm:cxn modelId="{55A9BF5B-9710-48F6-BB23-3489E3C30F8D}" type="presParOf" srcId="{865AAB1E-D509-45F4-9A64-B04FF3C5A333}" destId="{DFBD4CE1-ADA7-4AFF-B2F4-FEFA961CBC14}" srcOrd="5" destOrd="0" presId="urn:microsoft.com/office/officeart/2008/layout/VerticalAccentList"/>
    <dgm:cxn modelId="{4E1CDE92-E286-4A29-AF34-D6DE69D34037}" type="presParOf" srcId="{865AAB1E-D509-45F4-9A64-B04FF3C5A333}" destId="{B5025EA1-01B1-44E0-AB1A-D8E34963714A}" srcOrd="6" destOrd="0" presId="urn:microsoft.com/office/officeart/2008/layout/VerticalAccentList"/>
    <dgm:cxn modelId="{3A16F465-1AEB-460B-BE58-405AFF32F81B}" type="presParOf" srcId="{9BF45AFF-C8AA-410B-896C-B996260339A1}" destId="{AC0A1F74-A2B1-4A8B-BFF6-F6E7E070101B}" srcOrd="2" destOrd="0" presId="urn:microsoft.com/office/officeart/2008/layout/VerticalAccentList"/>
    <dgm:cxn modelId="{B08D6843-98E1-4D8D-8B87-7866E4D0F69A}" type="presParOf" srcId="{9BF45AFF-C8AA-410B-896C-B996260339A1}" destId="{EC10588C-A458-47DA-ABE5-CEB49B65D3CE}" srcOrd="3" destOrd="0" presId="urn:microsoft.com/office/officeart/2008/layout/VerticalAccentList"/>
    <dgm:cxn modelId="{1C355C10-8A58-4287-8BD9-DAD12DABC0DD}" type="presParOf" srcId="{EC10588C-A458-47DA-ABE5-CEB49B65D3CE}" destId="{C220B58A-1D07-42C5-BE01-7652F118EC55}" srcOrd="0" destOrd="0" presId="urn:microsoft.com/office/officeart/2008/layout/VerticalAccentList"/>
    <dgm:cxn modelId="{4891DF3A-F3A9-4311-9123-64A63346CC9C}" type="presParOf" srcId="{9BF45AFF-C8AA-410B-896C-B996260339A1}" destId="{9F9F41D2-46A1-4601-8D16-51DDEE7AA71F}" srcOrd="4" destOrd="0" presId="urn:microsoft.com/office/officeart/2008/layout/VerticalAccentList"/>
    <dgm:cxn modelId="{60D461B5-AF23-48FD-AB0D-1AED3F8F152B}" type="presParOf" srcId="{9F9F41D2-46A1-4601-8D16-51DDEE7AA71F}" destId="{39E47176-597C-4AF3-A457-88856071D305}" srcOrd="0" destOrd="0" presId="urn:microsoft.com/office/officeart/2008/layout/VerticalAccentList"/>
    <dgm:cxn modelId="{0F6401CB-D259-4C71-991E-CABA744C9171}" type="presParOf" srcId="{9F9F41D2-46A1-4601-8D16-51DDEE7AA71F}" destId="{E3980803-D85D-4577-B407-D5215928FA13}" srcOrd="1" destOrd="0" presId="urn:microsoft.com/office/officeart/2008/layout/VerticalAccentList"/>
    <dgm:cxn modelId="{42ED8DB6-9BFA-4A8F-81B6-65EBAE8A1C9E}" type="presParOf" srcId="{9F9F41D2-46A1-4601-8D16-51DDEE7AA71F}" destId="{7E3F9BC4-6A60-485E-A985-BB63D41A5FB5}" srcOrd="2" destOrd="0" presId="urn:microsoft.com/office/officeart/2008/layout/VerticalAccentList"/>
    <dgm:cxn modelId="{73B82343-C149-4075-BD96-0713BB40DC17}" type="presParOf" srcId="{9F9F41D2-46A1-4601-8D16-51DDEE7AA71F}" destId="{EF4BEFA3-A6C9-464C-8D59-457C41E88CB8}" srcOrd="3" destOrd="0" presId="urn:microsoft.com/office/officeart/2008/layout/VerticalAccentList"/>
    <dgm:cxn modelId="{210B9BCC-71AF-46D5-9A89-0ADABB6810BB}" type="presParOf" srcId="{9F9F41D2-46A1-4601-8D16-51DDEE7AA71F}" destId="{A207D180-64D7-4785-A9C7-46F50CF9D4F5}" srcOrd="4" destOrd="0" presId="urn:microsoft.com/office/officeart/2008/layout/VerticalAccentList"/>
    <dgm:cxn modelId="{354C6C9D-07D3-4B5C-AD69-BF4A48BEDD17}" type="presParOf" srcId="{9F9F41D2-46A1-4601-8D16-51DDEE7AA71F}" destId="{88CFD321-5CE3-4DF0-8B06-DF5FEA4FC058}" srcOrd="5" destOrd="0" presId="urn:microsoft.com/office/officeart/2008/layout/VerticalAccentList"/>
    <dgm:cxn modelId="{5BDABE34-EF63-4BE5-926D-8D970D7F3DA8}" type="presParOf" srcId="{9F9F41D2-46A1-4601-8D16-51DDEE7AA71F}" destId="{9258D1B6-26D4-4003-84D4-FE5E36AEF78C}" srcOrd="6" destOrd="0" presId="urn:microsoft.com/office/officeart/2008/layout/VerticalAccentList"/>
    <dgm:cxn modelId="{0E50F8E1-FE39-436D-BBE1-3E64E0AD23DD}" type="presParOf" srcId="{9BF45AFF-C8AA-410B-896C-B996260339A1}" destId="{D4FC81AD-428F-436A-8608-F38123216D41}" srcOrd="5" destOrd="0" presId="urn:microsoft.com/office/officeart/2008/layout/VerticalAccentList"/>
    <dgm:cxn modelId="{BD053900-BD5E-4510-9AA3-50562AEEF059}" type="presParOf" srcId="{9BF45AFF-C8AA-410B-896C-B996260339A1}" destId="{554A71C2-80C7-4703-97C4-316F77A3A084}" srcOrd="6" destOrd="0" presId="urn:microsoft.com/office/officeart/2008/layout/VerticalAccentList"/>
    <dgm:cxn modelId="{B82AE022-3ED5-451B-B5ED-547E48703D91}" type="presParOf" srcId="{554A71C2-80C7-4703-97C4-316F77A3A084}" destId="{A3B10A9B-DDB4-4446-A5E5-DF7817FF20C1}" srcOrd="0" destOrd="0" presId="urn:microsoft.com/office/officeart/2008/layout/VerticalAccentList"/>
    <dgm:cxn modelId="{7812603D-86F6-4F4F-ACD4-C9CC213C433B}" type="presParOf" srcId="{9BF45AFF-C8AA-410B-896C-B996260339A1}" destId="{A5AD5D7C-54FB-4B49-B297-E5C9286CCE7F}" srcOrd="7" destOrd="0" presId="urn:microsoft.com/office/officeart/2008/layout/VerticalAccentList"/>
    <dgm:cxn modelId="{B30A69F4-49CC-4E14-9A7A-70CF940A673A}" type="presParOf" srcId="{A5AD5D7C-54FB-4B49-B297-E5C9286CCE7F}" destId="{42C1990B-D350-4956-AA51-A9BDA68F0C9A}" srcOrd="0" destOrd="0" presId="urn:microsoft.com/office/officeart/2008/layout/VerticalAccentList"/>
    <dgm:cxn modelId="{36997905-0C73-4748-8382-C6126B5FBDA0}" type="presParOf" srcId="{A5AD5D7C-54FB-4B49-B297-E5C9286CCE7F}" destId="{E4B40FB1-AB33-40D7-A6C4-4FE91D04D450}" srcOrd="1" destOrd="0" presId="urn:microsoft.com/office/officeart/2008/layout/VerticalAccentList"/>
    <dgm:cxn modelId="{8D9531CE-98A7-4156-8B55-B7BF096C57D2}" type="presParOf" srcId="{A5AD5D7C-54FB-4B49-B297-E5C9286CCE7F}" destId="{E6416728-5CEA-4D09-94D7-5F9D98493541}" srcOrd="2" destOrd="0" presId="urn:microsoft.com/office/officeart/2008/layout/VerticalAccentList"/>
    <dgm:cxn modelId="{9FF4412F-FE22-4A51-8E59-1B822F77C8DD}" type="presParOf" srcId="{A5AD5D7C-54FB-4B49-B297-E5C9286CCE7F}" destId="{24C25B37-BEA2-429F-BE8C-531174B366D5}" srcOrd="3" destOrd="0" presId="urn:microsoft.com/office/officeart/2008/layout/VerticalAccentList"/>
    <dgm:cxn modelId="{F0C3F927-9818-4470-9293-5E37F5DA1926}" type="presParOf" srcId="{A5AD5D7C-54FB-4B49-B297-E5C9286CCE7F}" destId="{66A575BE-ADC7-4BC9-9A9D-213CE942B672}" srcOrd="4" destOrd="0" presId="urn:microsoft.com/office/officeart/2008/layout/VerticalAccentList"/>
    <dgm:cxn modelId="{A7636519-C832-4BAB-BE42-0F546883128B}" type="presParOf" srcId="{A5AD5D7C-54FB-4B49-B297-E5C9286CCE7F}" destId="{8C3A18CA-725E-4A79-BA9F-F7609E148705}" srcOrd="5" destOrd="0" presId="urn:microsoft.com/office/officeart/2008/layout/VerticalAccentList"/>
    <dgm:cxn modelId="{B9D08474-8642-46F8-AA66-7B9ADBE17002}" type="presParOf" srcId="{A5AD5D7C-54FB-4B49-B297-E5C9286CCE7F}" destId="{75154AB4-8BDF-415A-B385-55401CE4E732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9E751B-4889-4EE5-9AAE-D32F5AF458F9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3B7ABB21-883C-4292-8652-E79D32F6205F}">
      <dgm:prSet phldrT="[Texte]"/>
      <dgm:spPr/>
      <dgm:t>
        <a:bodyPr/>
        <a:lstStyle/>
        <a:p>
          <a:r>
            <a:rPr lang="pt-BR" b="1" dirty="0"/>
            <a:t>OS</a:t>
          </a:r>
          <a:r>
            <a:rPr lang="pt-BR" dirty="0"/>
            <a:t> : Ubuntu 22.04 LTS ou Rocky Linux.</a:t>
          </a:r>
          <a:endParaRPr lang="fr-CM" dirty="0"/>
        </a:p>
      </dgm:t>
    </dgm:pt>
    <dgm:pt modelId="{39F053AD-69FF-4FE7-A0AC-9D9F36EC8999}" type="parTrans" cxnId="{E139AA95-0DF3-414A-A14E-83D58F9D22A1}">
      <dgm:prSet/>
      <dgm:spPr/>
      <dgm:t>
        <a:bodyPr/>
        <a:lstStyle/>
        <a:p>
          <a:endParaRPr lang="fr-CM"/>
        </a:p>
      </dgm:t>
    </dgm:pt>
    <dgm:pt modelId="{0848197E-E9BF-48F4-B0AD-2A0C7E14F16B}" type="sibTrans" cxnId="{E139AA95-0DF3-414A-A14E-83D58F9D22A1}">
      <dgm:prSet/>
      <dgm:spPr/>
      <dgm:t>
        <a:bodyPr/>
        <a:lstStyle/>
        <a:p>
          <a:endParaRPr lang="fr-CM"/>
        </a:p>
      </dgm:t>
    </dgm:pt>
    <dgm:pt modelId="{79ECD0A3-25CD-4D59-860C-0E590FEDB050}">
      <dgm:prSet/>
      <dgm:spPr/>
      <dgm:t>
        <a:bodyPr/>
        <a:lstStyle/>
        <a:p>
          <a:r>
            <a:rPr lang="fr-CM" b="1"/>
            <a:t>Message Broker</a:t>
          </a:r>
          <a:r>
            <a:rPr lang="fr-CM"/>
            <a:t> : RabbitMQ.</a:t>
          </a:r>
        </a:p>
      </dgm:t>
    </dgm:pt>
    <dgm:pt modelId="{1C99C314-D8C1-4D86-9EC6-A824F47503C7}" type="parTrans" cxnId="{40C42424-11F9-481E-A206-4AA677876F42}">
      <dgm:prSet/>
      <dgm:spPr/>
      <dgm:t>
        <a:bodyPr/>
        <a:lstStyle/>
        <a:p>
          <a:endParaRPr lang="fr-CM"/>
        </a:p>
      </dgm:t>
    </dgm:pt>
    <dgm:pt modelId="{1FB4C970-0FB6-4F35-A9C4-2C9510CADD59}" type="sibTrans" cxnId="{40C42424-11F9-481E-A206-4AA677876F42}">
      <dgm:prSet/>
      <dgm:spPr/>
      <dgm:t>
        <a:bodyPr/>
        <a:lstStyle/>
        <a:p>
          <a:endParaRPr lang="fr-CM"/>
        </a:p>
      </dgm:t>
    </dgm:pt>
    <dgm:pt modelId="{3170BF62-7CD0-4C2F-9292-43CD4F710575}">
      <dgm:prSet/>
      <dgm:spPr/>
      <dgm:t>
        <a:bodyPr/>
        <a:lstStyle/>
        <a:p>
          <a:r>
            <a:rPr lang="fr-FR" b="1"/>
            <a:t>Base de données Index</a:t>
          </a:r>
          <a:r>
            <a:rPr lang="fr-FR"/>
            <a:t> : PostgreSQL (recommandé pour Gnocchi).</a:t>
          </a:r>
        </a:p>
      </dgm:t>
    </dgm:pt>
    <dgm:pt modelId="{89B8D0BC-D619-483E-99E9-F9BAE418F7C9}" type="parTrans" cxnId="{79FDBA00-B22B-473C-AF32-2F8120709FA0}">
      <dgm:prSet/>
      <dgm:spPr/>
      <dgm:t>
        <a:bodyPr/>
        <a:lstStyle/>
        <a:p>
          <a:endParaRPr lang="fr-CM"/>
        </a:p>
      </dgm:t>
    </dgm:pt>
    <dgm:pt modelId="{308BAE1D-5F45-4FB4-B2AD-3F6E74A6EDE6}" type="sibTrans" cxnId="{79FDBA00-B22B-473C-AF32-2F8120709FA0}">
      <dgm:prSet/>
      <dgm:spPr/>
      <dgm:t>
        <a:bodyPr/>
        <a:lstStyle/>
        <a:p>
          <a:endParaRPr lang="fr-CM"/>
        </a:p>
      </dgm:t>
    </dgm:pt>
    <dgm:pt modelId="{5E069319-AA2C-40FB-A649-F6FB3BA99025}">
      <dgm:prSet/>
      <dgm:spPr/>
      <dgm:t>
        <a:bodyPr/>
        <a:lstStyle/>
        <a:p>
          <a:r>
            <a:rPr lang="fr-FR" b="1"/>
            <a:t>Storage Backend</a:t>
          </a:r>
          <a:r>
            <a:rPr lang="fr-FR"/>
            <a:t> : </a:t>
          </a:r>
          <a:r>
            <a:rPr lang="fr-FR" b="1"/>
            <a:t>Ceph (RBD)</a:t>
          </a:r>
          <a:r>
            <a:rPr lang="fr-FR"/>
            <a:t> est le choix standard pour la haute disponibilité et la scalabilité des mesures.</a:t>
          </a:r>
        </a:p>
      </dgm:t>
    </dgm:pt>
    <dgm:pt modelId="{43B0BC41-47C8-4416-A585-4565883B1B07}" type="parTrans" cxnId="{F0AFB4B3-DB4D-4E83-A1D6-38CDBC61D0D2}">
      <dgm:prSet/>
      <dgm:spPr/>
      <dgm:t>
        <a:bodyPr/>
        <a:lstStyle/>
        <a:p>
          <a:endParaRPr lang="fr-CM"/>
        </a:p>
      </dgm:t>
    </dgm:pt>
    <dgm:pt modelId="{A02E1117-D554-4308-A689-948EA3AD2202}" type="sibTrans" cxnId="{F0AFB4B3-DB4D-4E83-A1D6-38CDBC61D0D2}">
      <dgm:prSet/>
      <dgm:spPr/>
      <dgm:t>
        <a:bodyPr/>
        <a:lstStyle/>
        <a:p>
          <a:endParaRPr lang="fr-CM"/>
        </a:p>
      </dgm:t>
    </dgm:pt>
    <dgm:pt modelId="{BD9D4D50-374E-422E-93FF-302A5FDADE36}" type="pres">
      <dgm:prSet presAssocID="{A59E751B-4889-4EE5-9AAE-D32F5AF458F9}" presName="Name0" presStyleCnt="0">
        <dgm:presLayoutVars>
          <dgm:chMax val="7"/>
          <dgm:chPref val="7"/>
          <dgm:dir/>
        </dgm:presLayoutVars>
      </dgm:prSet>
      <dgm:spPr/>
    </dgm:pt>
    <dgm:pt modelId="{7F9D3244-644E-4956-B2DE-45955FB6DCA1}" type="pres">
      <dgm:prSet presAssocID="{A59E751B-4889-4EE5-9AAE-D32F5AF458F9}" presName="Name1" presStyleCnt="0"/>
      <dgm:spPr/>
    </dgm:pt>
    <dgm:pt modelId="{00B52643-EF84-4E6B-A92B-18BCC8C33CC2}" type="pres">
      <dgm:prSet presAssocID="{A59E751B-4889-4EE5-9AAE-D32F5AF458F9}" presName="cycle" presStyleCnt="0"/>
      <dgm:spPr/>
    </dgm:pt>
    <dgm:pt modelId="{3CEE3BFF-489F-4F27-BFD7-05FAA8DE4FDA}" type="pres">
      <dgm:prSet presAssocID="{A59E751B-4889-4EE5-9AAE-D32F5AF458F9}" presName="srcNode" presStyleLbl="node1" presStyleIdx="0" presStyleCnt="4"/>
      <dgm:spPr/>
    </dgm:pt>
    <dgm:pt modelId="{68BAEA70-F71C-46F3-A323-5B99F111D7DB}" type="pres">
      <dgm:prSet presAssocID="{A59E751B-4889-4EE5-9AAE-D32F5AF458F9}" presName="conn" presStyleLbl="parChTrans1D2" presStyleIdx="0" presStyleCnt="1"/>
      <dgm:spPr/>
    </dgm:pt>
    <dgm:pt modelId="{4F42B840-A4DF-4723-9844-1B2B99D1640D}" type="pres">
      <dgm:prSet presAssocID="{A59E751B-4889-4EE5-9AAE-D32F5AF458F9}" presName="extraNode" presStyleLbl="node1" presStyleIdx="0" presStyleCnt="4"/>
      <dgm:spPr/>
    </dgm:pt>
    <dgm:pt modelId="{9774AD16-6BE0-4114-A76D-288B644F34DA}" type="pres">
      <dgm:prSet presAssocID="{A59E751B-4889-4EE5-9AAE-D32F5AF458F9}" presName="dstNode" presStyleLbl="node1" presStyleIdx="0" presStyleCnt="4"/>
      <dgm:spPr/>
    </dgm:pt>
    <dgm:pt modelId="{42F295B7-55BC-4692-807C-CCB849009495}" type="pres">
      <dgm:prSet presAssocID="{3B7ABB21-883C-4292-8652-E79D32F6205F}" presName="text_1" presStyleLbl="node1" presStyleIdx="0" presStyleCnt="4">
        <dgm:presLayoutVars>
          <dgm:bulletEnabled val="1"/>
        </dgm:presLayoutVars>
      </dgm:prSet>
      <dgm:spPr/>
    </dgm:pt>
    <dgm:pt modelId="{4A279308-A582-42ED-84AB-3EC11646A006}" type="pres">
      <dgm:prSet presAssocID="{3B7ABB21-883C-4292-8652-E79D32F6205F}" presName="accent_1" presStyleCnt="0"/>
      <dgm:spPr/>
    </dgm:pt>
    <dgm:pt modelId="{9E705DB3-CFDE-4714-AE1B-8BF9DE7A1713}" type="pres">
      <dgm:prSet presAssocID="{3B7ABB21-883C-4292-8652-E79D32F6205F}" presName="accentRepeatNode" presStyleLbl="solidFgAcc1" presStyleIdx="0" presStyleCnt="4"/>
      <dgm:spPr/>
    </dgm:pt>
    <dgm:pt modelId="{D43F3C63-EC8D-4E55-AA4D-ECE41152A9D1}" type="pres">
      <dgm:prSet presAssocID="{79ECD0A3-25CD-4D59-860C-0E590FEDB050}" presName="text_2" presStyleLbl="node1" presStyleIdx="1" presStyleCnt="4">
        <dgm:presLayoutVars>
          <dgm:bulletEnabled val="1"/>
        </dgm:presLayoutVars>
      </dgm:prSet>
      <dgm:spPr/>
    </dgm:pt>
    <dgm:pt modelId="{61FBF633-BA37-4E08-8D1D-CD1BFEAB3F0A}" type="pres">
      <dgm:prSet presAssocID="{79ECD0A3-25CD-4D59-860C-0E590FEDB050}" presName="accent_2" presStyleCnt="0"/>
      <dgm:spPr/>
    </dgm:pt>
    <dgm:pt modelId="{A72A4889-61A4-41E2-863A-71A05081D8DA}" type="pres">
      <dgm:prSet presAssocID="{79ECD0A3-25CD-4D59-860C-0E590FEDB050}" presName="accentRepeatNode" presStyleLbl="solidFgAcc1" presStyleIdx="1" presStyleCnt="4"/>
      <dgm:spPr/>
    </dgm:pt>
    <dgm:pt modelId="{D24CD25E-2960-425E-8EB8-068B93F5CF43}" type="pres">
      <dgm:prSet presAssocID="{3170BF62-7CD0-4C2F-9292-43CD4F710575}" presName="text_3" presStyleLbl="node1" presStyleIdx="2" presStyleCnt="4">
        <dgm:presLayoutVars>
          <dgm:bulletEnabled val="1"/>
        </dgm:presLayoutVars>
      </dgm:prSet>
      <dgm:spPr/>
    </dgm:pt>
    <dgm:pt modelId="{D79C7A36-8935-416E-A3DB-FBB7587D3677}" type="pres">
      <dgm:prSet presAssocID="{3170BF62-7CD0-4C2F-9292-43CD4F710575}" presName="accent_3" presStyleCnt="0"/>
      <dgm:spPr/>
    </dgm:pt>
    <dgm:pt modelId="{D47E7C57-9D70-4002-AD6D-8D6E4B355C88}" type="pres">
      <dgm:prSet presAssocID="{3170BF62-7CD0-4C2F-9292-43CD4F710575}" presName="accentRepeatNode" presStyleLbl="solidFgAcc1" presStyleIdx="2" presStyleCnt="4"/>
      <dgm:spPr/>
    </dgm:pt>
    <dgm:pt modelId="{BAE6138D-0C91-4575-972D-A8AE6872AB6E}" type="pres">
      <dgm:prSet presAssocID="{5E069319-AA2C-40FB-A649-F6FB3BA99025}" presName="text_4" presStyleLbl="node1" presStyleIdx="3" presStyleCnt="4">
        <dgm:presLayoutVars>
          <dgm:bulletEnabled val="1"/>
        </dgm:presLayoutVars>
      </dgm:prSet>
      <dgm:spPr/>
    </dgm:pt>
    <dgm:pt modelId="{5A4DBCBE-837C-4AFE-A16D-7FEE9E018184}" type="pres">
      <dgm:prSet presAssocID="{5E069319-AA2C-40FB-A649-F6FB3BA99025}" presName="accent_4" presStyleCnt="0"/>
      <dgm:spPr/>
    </dgm:pt>
    <dgm:pt modelId="{BE3EBD8E-0CD3-400C-9E6B-27392A04DA1A}" type="pres">
      <dgm:prSet presAssocID="{5E069319-AA2C-40FB-A649-F6FB3BA99025}" presName="accentRepeatNode" presStyleLbl="solidFgAcc1" presStyleIdx="3" presStyleCnt="4"/>
      <dgm:spPr/>
    </dgm:pt>
  </dgm:ptLst>
  <dgm:cxnLst>
    <dgm:cxn modelId="{79FDBA00-B22B-473C-AF32-2F8120709FA0}" srcId="{A59E751B-4889-4EE5-9AAE-D32F5AF458F9}" destId="{3170BF62-7CD0-4C2F-9292-43CD4F710575}" srcOrd="2" destOrd="0" parTransId="{89B8D0BC-D619-483E-99E9-F9BAE418F7C9}" sibTransId="{308BAE1D-5F45-4FB4-B2AD-3F6E74A6EDE6}"/>
    <dgm:cxn modelId="{BD779B1D-6C72-4CF4-B811-FA7E5631FD0D}" type="presOf" srcId="{0848197E-E9BF-48F4-B0AD-2A0C7E14F16B}" destId="{68BAEA70-F71C-46F3-A323-5B99F111D7DB}" srcOrd="0" destOrd="0" presId="urn:microsoft.com/office/officeart/2008/layout/VerticalCurvedList"/>
    <dgm:cxn modelId="{40C42424-11F9-481E-A206-4AA677876F42}" srcId="{A59E751B-4889-4EE5-9AAE-D32F5AF458F9}" destId="{79ECD0A3-25CD-4D59-860C-0E590FEDB050}" srcOrd="1" destOrd="0" parTransId="{1C99C314-D8C1-4D86-9EC6-A824F47503C7}" sibTransId="{1FB4C970-0FB6-4F35-A9C4-2C9510CADD59}"/>
    <dgm:cxn modelId="{CCD71928-E9B3-43AF-BD32-BE7CA5DB8327}" type="presOf" srcId="{3170BF62-7CD0-4C2F-9292-43CD4F710575}" destId="{D24CD25E-2960-425E-8EB8-068B93F5CF43}" srcOrd="0" destOrd="0" presId="urn:microsoft.com/office/officeart/2008/layout/VerticalCurvedList"/>
    <dgm:cxn modelId="{0816755B-E6FC-4EEA-BA2F-9623E8EF7116}" type="presOf" srcId="{A59E751B-4889-4EE5-9AAE-D32F5AF458F9}" destId="{BD9D4D50-374E-422E-93FF-302A5FDADE36}" srcOrd="0" destOrd="0" presId="urn:microsoft.com/office/officeart/2008/layout/VerticalCurvedList"/>
    <dgm:cxn modelId="{8F3FD781-1962-470A-BF8B-48F57DB81593}" type="presOf" srcId="{79ECD0A3-25CD-4D59-860C-0E590FEDB050}" destId="{D43F3C63-EC8D-4E55-AA4D-ECE41152A9D1}" srcOrd="0" destOrd="0" presId="urn:microsoft.com/office/officeart/2008/layout/VerticalCurvedList"/>
    <dgm:cxn modelId="{E139AA95-0DF3-414A-A14E-83D58F9D22A1}" srcId="{A59E751B-4889-4EE5-9AAE-D32F5AF458F9}" destId="{3B7ABB21-883C-4292-8652-E79D32F6205F}" srcOrd="0" destOrd="0" parTransId="{39F053AD-69FF-4FE7-A0AC-9D9F36EC8999}" sibTransId="{0848197E-E9BF-48F4-B0AD-2A0C7E14F16B}"/>
    <dgm:cxn modelId="{F0AFB4B3-DB4D-4E83-A1D6-38CDBC61D0D2}" srcId="{A59E751B-4889-4EE5-9AAE-D32F5AF458F9}" destId="{5E069319-AA2C-40FB-A649-F6FB3BA99025}" srcOrd="3" destOrd="0" parTransId="{43B0BC41-47C8-4416-A585-4565883B1B07}" sibTransId="{A02E1117-D554-4308-A689-948EA3AD2202}"/>
    <dgm:cxn modelId="{B4B4DBC6-C804-445D-8DA1-D7FA134AB7F4}" type="presOf" srcId="{3B7ABB21-883C-4292-8652-E79D32F6205F}" destId="{42F295B7-55BC-4692-807C-CCB849009495}" srcOrd="0" destOrd="0" presId="urn:microsoft.com/office/officeart/2008/layout/VerticalCurvedList"/>
    <dgm:cxn modelId="{2377DFF3-33CC-445F-91F5-4F1236E22420}" type="presOf" srcId="{5E069319-AA2C-40FB-A649-F6FB3BA99025}" destId="{BAE6138D-0C91-4575-972D-A8AE6872AB6E}" srcOrd="0" destOrd="0" presId="urn:microsoft.com/office/officeart/2008/layout/VerticalCurvedList"/>
    <dgm:cxn modelId="{D55C142E-893F-4DF2-A79B-166FCD4C20A5}" type="presParOf" srcId="{BD9D4D50-374E-422E-93FF-302A5FDADE36}" destId="{7F9D3244-644E-4956-B2DE-45955FB6DCA1}" srcOrd="0" destOrd="0" presId="urn:microsoft.com/office/officeart/2008/layout/VerticalCurvedList"/>
    <dgm:cxn modelId="{1EF6C126-9F43-40CD-839E-63AF02A6D24F}" type="presParOf" srcId="{7F9D3244-644E-4956-B2DE-45955FB6DCA1}" destId="{00B52643-EF84-4E6B-A92B-18BCC8C33CC2}" srcOrd="0" destOrd="0" presId="urn:microsoft.com/office/officeart/2008/layout/VerticalCurvedList"/>
    <dgm:cxn modelId="{3396F48A-79A4-4643-B318-1535388F8A4E}" type="presParOf" srcId="{00B52643-EF84-4E6B-A92B-18BCC8C33CC2}" destId="{3CEE3BFF-489F-4F27-BFD7-05FAA8DE4FDA}" srcOrd="0" destOrd="0" presId="urn:microsoft.com/office/officeart/2008/layout/VerticalCurvedList"/>
    <dgm:cxn modelId="{C7719411-8B8E-45FC-8597-3F41048D45DD}" type="presParOf" srcId="{00B52643-EF84-4E6B-A92B-18BCC8C33CC2}" destId="{68BAEA70-F71C-46F3-A323-5B99F111D7DB}" srcOrd="1" destOrd="0" presId="urn:microsoft.com/office/officeart/2008/layout/VerticalCurvedList"/>
    <dgm:cxn modelId="{580C9923-6D88-410D-A493-75F7601705F6}" type="presParOf" srcId="{00B52643-EF84-4E6B-A92B-18BCC8C33CC2}" destId="{4F42B840-A4DF-4723-9844-1B2B99D1640D}" srcOrd="2" destOrd="0" presId="urn:microsoft.com/office/officeart/2008/layout/VerticalCurvedList"/>
    <dgm:cxn modelId="{55D29F44-E7A9-4AF9-80FB-0A94B98E62CE}" type="presParOf" srcId="{00B52643-EF84-4E6B-A92B-18BCC8C33CC2}" destId="{9774AD16-6BE0-4114-A76D-288B644F34DA}" srcOrd="3" destOrd="0" presId="urn:microsoft.com/office/officeart/2008/layout/VerticalCurvedList"/>
    <dgm:cxn modelId="{88ADA209-94EC-447C-AE08-667C7B46AC50}" type="presParOf" srcId="{7F9D3244-644E-4956-B2DE-45955FB6DCA1}" destId="{42F295B7-55BC-4692-807C-CCB849009495}" srcOrd="1" destOrd="0" presId="urn:microsoft.com/office/officeart/2008/layout/VerticalCurvedList"/>
    <dgm:cxn modelId="{98947290-C810-44C7-9D04-91B33C11407E}" type="presParOf" srcId="{7F9D3244-644E-4956-B2DE-45955FB6DCA1}" destId="{4A279308-A582-42ED-84AB-3EC11646A006}" srcOrd="2" destOrd="0" presId="urn:microsoft.com/office/officeart/2008/layout/VerticalCurvedList"/>
    <dgm:cxn modelId="{03A2F78F-B481-4E86-B65F-F959F4C069DC}" type="presParOf" srcId="{4A279308-A582-42ED-84AB-3EC11646A006}" destId="{9E705DB3-CFDE-4714-AE1B-8BF9DE7A1713}" srcOrd="0" destOrd="0" presId="urn:microsoft.com/office/officeart/2008/layout/VerticalCurvedList"/>
    <dgm:cxn modelId="{31C77940-C246-480D-B9C6-D27847B0651F}" type="presParOf" srcId="{7F9D3244-644E-4956-B2DE-45955FB6DCA1}" destId="{D43F3C63-EC8D-4E55-AA4D-ECE41152A9D1}" srcOrd="3" destOrd="0" presId="urn:microsoft.com/office/officeart/2008/layout/VerticalCurvedList"/>
    <dgm:cxn modelId="{8DFFE751-891A-4EE9-A65A-8530ECCB4262}" type="presParOf" srcId="{7F9D3244-644E-4956-B2DE-45955FB6DCA1}" destId="{61FBF633-BA37-4E08-8D1D-CD1BFEAB3F0A}" srcOrd="4" destOrd="0" presId="urn:microsoft.com/office/officeart/2008/layout/VerticalCurvedList"/>
    <dgm:cxn modelId="{BA3B39FD-6A30-41BF-981C-76BE61960F12}" type="presParOf" srcId="{61FBF633-BA37-4E08-8D1D-CD1BFEAB3F0A}" destId="{A72A4889-61A4-41E2-863A-71A05081D8DA}" srcOrd="0" destOrd="0" presId="urn:microsoft.com/office/officeart/2008/layout/VerticalCurvedList"/>
    <dgm:cxn modelId="{0CC2B4A8-64D9-40A3-BEFE-87F28AC77A5B}" type="presParOf" srcId="{7F9D3244-644E-4956-B2DE-45955FB6DCA1}" destId="{D24CD25E-2960-425E-8EB8-068B93F5CF43}" srcOrd="5" destOrd="0" presId="urn:microsoft.com/office/officeart/2008/layout/VerticalCurvedList"/>
    <dgm:cxn modelId="{C523D9F3-4AE1-4CEE-9DFA-3BCCA426B0B5}" type="presParOf" srcId="{7F9D3244-644E-4956-B2DE-45955FB6DCA1}" destId="{D79C7A36-8935-416E-A3DB-FBB7587D3677}" srcOrd="6" destOrd="0" presId="urn:microsoft.com/office/officeart/2008/layout/VerticalCurvedList"/>
    <dgm:cxn modelId="{00608105-6A30-48C1-BFC4-C73CEB1B1E43}" type="presParOf" srcId="{D79C7A36-8935-416E-A3DB-FBB7587D3677}" destId="{D47E7C57-9D70-4002-AD6D-8D6E4B355C88}" srcOrd="0" destOrd="0" presId="urn:microsoft.com/office/officeart/2008/layout/VerticalCurvedList"/>
    <dgm:cxn modelId="{FDB7605F-7628-415D-8B45-0CC4A7356717}" type="presParOf" srcId="{7F9D3244-644E-4956-B2DE-45955FB6DCA1}" destId="{BAE6138D-0C91-4575-972D-A8AE6872AB6E}" srcOrd="7" destOrd="0" presId="urn:microsoft.com/office/officeart/2008/layout/VerticalCurvedList"/>
    <dgm:cxn modelId="{B0F28BA1-D0AB-44CE-9215-EDD4E6BC91CB}" type="presParOf" srcId="{7F9D3244-644E-4956-B2DE-45955FB6DCA1}" destId="{5A4DBCBE-837C-4AFE-A16D-7FEE9E018184}" srcOrd="8" destOrd="0" presId="urn:microsoft.com/office/officeart/2008/layout/VerticalCurvedList"/>
    <dgm:cxn modelId="{04CB2EC8-FA81-4F71-9510-C28D28AA6C14}" type="presParOf" srcId="{5A4DBCBE-837C-4AFE-A16D-7FEE9E018184}" destId="{BE3EBD8E-0CD3-400C-9E6B-27392A04DA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60E28A-0934-4482-AF6E-C882F464671C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M"/>
        </a:p>
      </dgm:t>
    </dgm:pt>
    <dgm:pt modelId="{2F8542B6-F50F-4F12-8F7F-FDEAB856885A}">
      <dgm:prSet phldrT="[Texte]"/>
      <dgm:spPr/>
      <dgm:t>
        <a:bodyPr/>
        <a:lstStyle/>
        <a:p>
          <a:r>
            <a:rPr lang="fr-CM" dirty="0"/>
            <a:t>Authentification</a:t>
          </a:r>
        </a:p>
      </dgm:t>
    </dgm:pt>
    <dgm:pt modelId="{27ECBC99-945A-4487-815C-193681AABCDE}" type="parTrans" cxnId="{77A17F3E-E3F3-420A-B19B-2FF02358E7FB}">
      <dgm:prSet/>
      <dgm:spPr/>
      <dgm:t>
        <a:bodyPr/>
        <a:lstStyle/>
        <a:p>
          <a:endParaRPr lang="fr-CM"/>
        </a:p>
      </dgm:t>
    </dgm:pt>
    <dgm:pt modelId="{8BD81A3A-F494-48E6-A78F-329A514852E8}" type="sibTrans" cxnId="{77A17F3E-E3F3-420A-B19B-2FF02358E7FB}">
      <dgm:prSet/>
      <dgm:spPr/>
      <dgm:t>
        <a:bodyPr/>
        <a:lstStyle/>
        <a:p>
          <a:endParaRPr lang="fr-CM"/>
        </a:p>
      </dgm:t>
    </dgm:pt>
    <dgm:pt modelId="{0E935ADB-E06E-4E25-96A8-FBC81C9A0445}">
      <dgm:prSet phldrT="[Texte]"/>
      <dgm:spPr/>
      <dgm:t>
        <a:bodyPr/>
        <a:lstStyle/>
        <a:p>
          <a:r>
            <a:rPr lang="fr-FR" dirty="0"/>
            <a:t>Intégration obligatoire avec Keystone pour la gestion des </a:t>
          </a:r>
          <a:r>
            <a:rPr lang="fr-FR" dirty="0" err="1"/>
            <a:t>tokens</a:t>
          </a:r>
          <a:r>
            <a:rPr lang="fr-FR" dirty="0"/>
            <a:t>.</a:t>
          </a:r>
          <a:endParaRPr lang="fr-CM" dirty="0"/>
        </a:p>
      </dgm:t>
    </dgm:pt>
    <dgm:pt modelId="{608BF59B-6EAA-4668-B491-20CDC5B3393D}" type="parTrans" cxnId="{6B257141-387E-4C45-8297-FD109A26924F}">
      <dgm:prSet/>
      <dgm:spPr/>
      <dgm:t>
        <a:bodyPr/>
        <a:lstStyle/>
        <a:p>
          <a:endParaRPr lang="fr-CM"/>
        </a:p>
      </dgm:t>
    </dgm:pt>
    <dgm:pt modelId="{138D6DA6-86A8-472E-8C18-19F1D721E7EE}" type="sibTrans" cxnId="{6B257141-387E-4C45-8297-FD109A26924F}">
      <dgm:prSet/>
      <dgm:spPr/>
      <dgm:t>
        <a:bodyPr/>
        <a:lstStyle/>
        <a:p>
          <a:endParaRPr lang="fr-CM"/>
        </a:p>
      </dgm:t>
    </dgm:pt>
    <dgm:pt modelId="{E0BA2955-5D60-4076-851F-61B57FE515C9}">
      <dgm:prSet phldrT="[Texte]"/>
      <dgm:spPr/>
      <dgm:t>
        <a:bodyPr/>
        <a:lstStyle/>
        <a:p>
          <a:r>
            <a:rPr lang="fr-CM" dirty="0"/>
            <a:t>Performance</a:t>
          </a:r>
        </a:p>
      </dgm:t>
    </dgm:pt>
    <dgm:pt modelId="{E5C1DF77-DC1F-43BB-B661-15784742D695}" type="parTrans" cxnId="{B1E7E85D-0D50-405F-8F8D-32A294D5E5D8}">
      <dgm:prSet/>
      <dgm:spPr/>
      <dgm:t>
        <a:bodyPr/>
        <a:lstStyle/>
        <a:p>
          <a:endParaRPr lang="fr-CM"/>
        </a:p>
      </dgm:t>
    </dgm:pt>
    <dgm:pt modelId="{A6C67FCF-3DED-4E83-8063-D61EB5AA028C}" type="sibTrans" cxnId="{B1E7E85D-0D50-405F-8F8D-32A294D5E5D8}">
      <dgm:prSet/>
      <dgm:spPr/>
      <dgm:t>
        <a:bodyPr/>
        <a:lstStyle/>
        <a:p>
          <a:endParaRPr lang="fr-CM"/>
        </a:p>
      </dgm:t>
    </dgm:pt>
    <dgm:pt modelId="{B4525559-804C-42BE-9AB4-A3A3CFAB6487}">
      <dgm:prSet phldrT="[Texte]"/>
      <dgm:spPr/>
      <dgm:t>
        <a:bodyPr/>
        <a:lstStyle/>
        <a:p>
          <a:r>
            <a:rPr lang="fr-FR" dirty="0"/>
            <a:t>Utilisation de gnocchi-</a:t>
          </a:r>
          <a:r>
            <a:rPr lang="fr-FR" dirty="0" err="1"/>
            <a:t>metricd</a:t>
          </a:r>
          <a:r>
            <a:rPr lang="fr-FR" dirty="0"/>
            <a:t> en mode </a:t>
          </a:r>
          <a:r>
            <a:rPr lang="fr-FR" dirty="0" err="1"/>
            <a:t>multi-processus</a:t>
          </a:r>
          <a:r>
            <a:rPr lang="fr-FR" dirty="0"/>
            <a:t> pour traiter les files d'attente de mesures.</a:t>
          </a:r>
          <a:endParaRPr lang="fr-CM" dirty="0"/>
        </a:p>
      </dgm:t>
    </dgm:pt>
    <dgm:pt modelId="{9364EA79-AFBF-49C5-B540-DA7CAD4A2473}" type="parTrans" cxnId="{61A68EE8-854F-4CEB-95BD-3007DF4E8166}">
      <dgm:prSet/>
      <dgm:spPr/>
      <dgm:t>
        <a:bodyPr/>
        <a:lstStyle/>
        <a:p>
          <a:endParaRPr lang="fr-CM"/>
        </a:p>
      </dgm:t>
    </dgm:pt>
    <dgm:pt modelId="{C0A1362D-908B-4173-9B62-1CC4CD888FA1}" type="sibTrans" cxnId="{61A68EE8-854F-4CEB-95BD-3007DF4E8166}">
      <dgm:prSet/>
      <dgm:spPr/>
      <dgm:t>
        <a:bodyPr/>
        <a:lstStyle/>
        <a:p>
          <a:endParaRPr lang="fr-CM"/>
        </a:p>
      </dgm:t>
    </dgm:pt>
    <dgm:pt modelId="{8E047338-AC5A-4416-A43B-C0703C3CCDF4}">
      <dgm:prSet phldrT="[Texte]"/>
      <dgm:spPr/>
      <dgm:t>
        <a:bodyPr/>
        <a:lstStyle/>
        <a:p>
          <a:r>
            <a:rPr lang="fr-CM" dirty="0"/>
            <a:t>Isolation</a:t>
          </a:r>
        </a:p>
      </dgm:t>
    </dgm:pt>
    <dgm:pt modelId="{A67E8816-DE00-46A8-AD22-B06DD5F78B23}" type="parTrans" cxnId="{43900C59-1F37-4DAB-8FAF-686DBA7D345E}">
      <dgm:prSet/>
      <dgm:spPr/>
      <dgm:t>
        <a:bodyPr/>
        <a:lstStyle/>
        <a:p>
          <a:endParaRPr lang="fr-CM"/>
        </a:p>
      </dgm:t>
    </dgm:pt>
    <dgm:pt modelId="{457D7750-247F-47AB-85BA-E6582FC1362B}" type="sibTrans" cxnId="{43900C59-1F37-4DAB-8FAF-686DBA7D345E}">
      <dgm:prSet/>
      <dgm:spPr/>
      <dgm:t>
        <a:bodyPr/>
        <a:lstStyle/>
        <a:p>
          <a:endParaRPr lang="fr-CM"/>
        </a:p>
      </dgm:t>
    </dgm:pt>
    <dgm:pt modelId="{1684931D-7847-47DF-A5F7-7E4328C0F73B}">
      <dgm:prSet phldrT="[Texte]"/>
      <dgm:spPr/>
      <dgm:t>
        <a:bodyPr/>
        <a:lstStyle/>
        <a:p>
          <a:r>
            <a:rPr lang="fr-FR" dirty="0"/>
            <a:t>Séparer le réseau de management (API) du réseau de données (collecte).</a:t>
          </a:r>
          <a:endParaRPr lang="fr-CM" dirty="0"/>
        </a:p>
      </dgm:t>
    </dgm:pt>
    <dgm:pt modelId="{2D7A9A1E-55DF-4468-90B2-1944F83317FE}" type="parTrans" cxnId="{CF372469-79AF-41B9-869B-0E7573CE3FF0}">
      <dgm:prSet/>
      <dgm:spPr/>
      <dgm:t>
        <a:bodyPr/>
        <a:lstStyle/>
        <a:p>
          <a:endParaRPr lang="fr-CM"/>
        </a:p>
      </dgm:t>
    </dgm:pt>
    <dgm:pt modelId="{C48972EC-9344-4729-A3E7-CF755B5CB2AD}" type="sibTrans" cxnId="{CF372469-79AF-41B9-869B-0E7573CE3FF0}">
      <dgm:prSet/>
      <dgm:spPr/>
      <dgm:t>
        <a:bodyPr/>
        <a:lstStyle/>
        <a:p>
          <a:endParaRPr lang="fr-CM"/>
        </a:p>
      </dgm:t>
    </dgm:pt>
    <dgm:pt modelId="{01EAA5CD-929E-470C-B1FE-A4839870A93A}" type="pres">
      <dgm:prSet presAssocID="{BC60E28A-0934-4482-AF6E-C882F464671C}" presName="linear" presStyleCnt="0">
        <dgm:presLayoutVars>
          <dgm:dir/>
          <dgm:animLvl val="lvl"/>
          <dgm:resizeHandles val="exact"/>
        </dgm:presLayoutVars>
      </dgm:prSet>
      <dgm:spPr/>
    </dgm:pt>
    <dgm:pt modelId="{1C9F863D-F934-491D-B732-FFE8C927A70E}" type="pres">
      <dgm:prSet presAssocID="{2F8542B6-F50F-4F12-8F7F-FDEAB856885A}" presName="parentLin" presStyleCnt="0"/>
      <dgm:spPr/>
    </dgm:pt>
    <dgm:pt modelId="{474927EF-7108-4C6E-9C99-43382FF07714}" type="pres">
      <dgm:prSet presAssocID="{2F8542B6-F50F-4F12-8F7F-FDEAB856885A}" presName="parentLeftMargin" presStyleLbl="node1" presStyleIdx="0" presStyleCnt="3"/>
      <dgm:spPr/>
    </dgm:pt>
    <dgm:pt modelId="{09C7F279-EB7C-4EB1-89A0-EA184815F0D5}" type="pres">
      <dgm:prSet presAssocID="{2F8542B6-F50F-4F12-8F7F-FDEAB85688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2C804F-7E99-4D80-8A03-6460B42B5357}" type="pres">
      <dgm:prSet presAssocID="{2F8542B6-F50F-4F12-8F7F-FDEAB856885A}" presName="negativeSpace" presStyleCnt="0"/>
      <dgm:spPr/>
    </dgm:pt>
    <dgm:pt modelId="{E909867E-BA2C-42AC-99B5-28D8BACD9950}" type="pres">
      <dgm:prSet presAssocID="{2F8542B6-F50F-4F12-8F7F-FDEAB856885A}" presName="childText" presStyleLbl="conFgAcc1" presStyleIdx="0" presStyleCnt="3">
        <dgm:presLayoutVars>
          <dgm:bulletEnabled val="1"/>
        </dgm:presLayoutVars>
      </dgm:prSet>
      <dgm:spPr/>
    </dgm:pt>
    <dgm:pt modelId="{A6899A93-B55F-4B4C-ACD8-8D91C1BBA55C}" type="pres">
      <dgm:prSet presAssocID="{8BD81A3A-F494-48E6-A78F-329A514852E8}" presName="spaceBetweenRectangles" presStyleCnt="0"/>
      <dgm:spPr/>
    </dgm:pt>
    <dgm:pt modelId="{C7017E0C-62F0-4E81-82E6-0262E4997AA0}" type="pres">
      <dgm:prSet presAssocID="{E0BA2955-5D60-4076-851F-61B57FE515C9}" presName="parentLin" presStyleCnt="0"/>
      <dgm:spPr/>
    </dgm:pt>
    <dgm:pt modelId="{1C696639-2DF5-40B4-9715-FB5537EAF5AB}" type="pres">
      <dgm:prSet presAssocID="{E0BA2955-5D60-4076-851F-61B57FE515C9}" presName="parentLeftMargin" presStyleLbl="node1" presStyleIdx="0" presStyleCnt="3"/>
      <dgm:spPr/>
    </dgm:pt>
    <dgm:pt modelId="{AD2CED3C-5AB6-48FB-9461-93477565C9B3}" type="pres">
      <dgm:prSet presAssocID="{E0BA2955-5D60-4076-851F-61B57FE515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B737B2-33F7-41E9-B52A-FB9C1256B9F8}" type="pres">
      <dgm:prSet presAssocID="{E0BA2955-5D60-4076-851F-61B57FE515C9}" presName="negativeSpace" presStyleCnt="0"/>
      <dgm:spPr/>
    </dgm:pt>
    <dgm:pt modelId="{6277F307-477E-4670-995E-A2370970B2F7}" type="pres">
      <dgm:prSet presAssocID="{E0BA2955-5D60-4076-851F-61B57FE515C9}" presName="childText" presStyleLbl="conFgAcc1" presStyleIdx="1" presStyleCnt="3">
        <dgm:presLayoutVars>
          <dgm:bulletEnabled val="1"/>
        </dgm:presLayoutVars>
      </dgm:prSet>
      <dgm:spPr/>
    </dgm:pt>
    <dgm:pt modelId="{74365B8F-138B-4B58-A406-288E6439BB28}" type="pres">
      <dgm:prSet presAssocID="{A6C67FCF-3DED-4E83-8063-D61EB5AA028C}" presName="spaceBetweenRectangles" presStyleCnt="0"/>
      <dgm:spPr/>
    </dgm:pt>
    <dgm:pt modelId="{1AE8F5B2-4350-48ED-905F-6D9B41B1B46B}" type="pres">
      <dgm:prSet presAssocID="{8E047338-AC5A-4416-A43B-C0703C3CCDF4}" presName="parentLin" presStyleCnt="0"/>
      <dgm:spPr/>
    </dgm:pt>
    <dgm:pt modelId="{E3B9A7AA-4534-45F5-A8B5-ADAC0EB478A9}" type="pres">
      <dgm:prSet presAssocID="{8E047338-AC5A-4416-A43B-C0703C3CCDF4}" presName="parentLeftMargin" presStyleLbl="node1" presStyleIdx="1" presStyleCnt="3"/>
      <dgm:spPr/>
    </dgm:pt>
    <dgm:pt modelId="{A8968CC9-0D96-4AC4-AC09-6B7680E48BFD}" type="pres">
      <dgm:prSet presAssocID="{8E047338-AC5A-4416-A43B-C0703C3CCDF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A9CF7DC-733F-4151-A9C1-846FA7EA4437}" type="pres">
      <dgm:prSet presAssocID="{8E047338-AC5A-4416-A43B-C0703C3CCDF4}" presName="negativeSpace" presStyleCnt="0"/>
      <dgm:spPr/>
    </dgm:pt>
    <dgm:pt modelId="{E6F456DA-416A-40F6-9A7B-7CDEF9A455C5}" type="pres">
      <dgm:prSet presAssocID="{8E047338-AC5A-4416-A43B-C0703C3CCDF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5458510-A179-43F3-BC92-7B15591DF721}" type="presOf" srcId="{2F8542B6-F50F-4F12-8F7F-FDEAB856885A}" destId="{09C7F279-EB7C-4EB1-89A0-EA184815F0D5}" srcOrd="1" destOrd="0" presId="urn:microsoft.com/office/officeart/2005/8/layout/list1"/>
    <dgm:cxn modelId="{D2979413-42A9-4EE1-A95F-770096CBFA68}" type="presOf" srcId="{0E935ADB-E06E-4E25-96A8-FBC81C9A0445}" destId="{E909867E-BA2C-42AC-99B5-28D8BACD9950}" srcOrd="0" destOrd="0" presId="urn:microsoft.com/office/officeart/2005/8/layout/list1"/>
    <dgm:cxn modelId="{D7F7F428-46A2-4961-B8CE-8920A516BB22}" type="presOf" srcId="{B4525559-804C-42BE-9AB4-A3A3CFAB6487}" destId="{6277F307-477E-4670-995E-A2370970B2F7}" srcOrd="0" destOrd="0" presId="urn:microsoft.com/office/officeart/2005/8/layout/list1"/>
    <dgm:cxn modelId="{77A17F3E-E3F3-420A-B19B-2FF02358E7FB}" srcId="{BC60E28A-0934-4482-AF6E-C882F464671C}" destId="{2F8542B6-F50F-4F12-8F7F-FDEAB856885A}" srcOrd="0" destOrd="0" parTransId="{27ECBC99-945A-4487-815C-193681AABCDE}" sibTransId="{8BD81A3A-F494-48E6-A78F-329A514852E8}"/>
    <dgm:cxn modelId="{B1E7E85D-0D50-405F-8F8D-32A294D5E5D8}" srcId="{BC60E28A-0934-4482-AF6E-C882F464671C}" destId="{E0BA2955-5D60-4076-851F-61B57FE515C9}" srcOrd="1" destOrd="0" parTransId="{E5C1DF77-DC1F-43BB-B661-15784742D695}" sibTransId="{A6C67FCF-3DED-4E83-8063-D61EB5AA028C}"/>
    <dgm:cxn modelId="{6B257141-387E-4C45-8297-FD109A26924F}" srcId="{2F8542B6-F50F-4F12-8F7F-FDEAB856885A}" destId="{0E935ADB-E06E-4E25-96A8-FBC81C9A0445}" srcOrd="0" destOrd="0" parTransId="{608BF59B-6EAA-4668-B491-20CDC5B3393D}" sibTransId="{138D6DA6-86A8-472E-8C18-19F1D721E7EE}"/>
    <dgm:cxn modelId="{CF372469-79AF-41B9-869B-0E7573CE3FF0}" srcId="{8E047338-AC5A-4416-A43B-C0703C3CCDF4}" destId="{1684931D-7847-47DF-A5F7-7E4328C0F73B}" srcOrd="0" destOrd="0" parTransId="{2D7A9A1E-55DF-4468-90B2-1944F83317FE}" sibTransId="{C48972EC-9344-4729-A3E7-CF755B5CB2AD}"/>
    <dgm:cxn modelId="{35F3526A-6AC0-4C3F-B774-5AC6C96A4397}" type="presOf" srcId="{E0BA2955-5D60-4076-851F-61B57FE515C9}" destId="{AD2CED3C-5AB6-48FB-9461-93477565C9B3}" srcOrd="1" destOrd="0" presId="urn:microsoft.com/office/officeart/2005/8/layout/list1"/>
    <dgm:cxn modelId="{43900C59-1F37-4DAB-8FAF-686DBA7D345E}" srcId="{BC60E28A-0934-4482-AF6E-C882F464671C}" destId="{8E047338-AC5A-4416-A43B-C0703C3CCDF4}" srcOrd="2" destOrd="0" parTransId="{A67E8816-DE00-46A8-AD22-B06DD5F78B23}" sibTransId="{457D7750-247F-47AB-85BA-E6582FC1362B}"/>
    <dgm:cxn modelId="{B2F6A58A-D39E-4327-97E2-85A992BFA7C2}" type="presOf" srcId="{BC60E28A-0934-4482-AF6E-C882F464671C}" destId="{01EAA5CD-929E-470C-B1FE-A4839870A93A}" srcOrd="0" destOrd="0" presId="urn:microsoft.com/office/officeart/2005/8/layout/list1"/>
    <dgm:cxn modelId="{B3CCE78C-BB61-43EA-81BA-4DC658C3FC3B}" type="presOf" srcId="{8E047338-AC5A-4416-A43B-C0703C3CCDF4}" destId="{E3B9A7AA-4534-45F5-A8B5-ADAC0EB478A9}" srcOrd="0" destOrd="0" presId="urn:microsoft.com/office/officeart/2005/8/layout/list1"/>
    <dgm:cxn modelId="{3DD8C89A-0F4E-4936-917D-21C0A2CD2806}" type="presOf" srcId="{8E047338-AC5A-4416-A43B-C0703C3CCDF4}" destId="{A8968CC9-0D96-4AC4-AC09-6B7680E48BFD}" srcOrd="1" destOrd="0" presId="urn:microsoft.com/office/officeart/2005/8/layout/list1"/>
    <dgm:cxn modelId="{1FAE28CE-CC47-4678-BABE-F12788937548}" type="presOf" srcId="{1684931D-7847-47DF-A5F7-7E4328C0F73B}" destId="{E6F456DA-416A-40F6-9A7B-7CDEF9A455C5}" srcOrd="0" destOrd="0" presId="urn:microsoft.com/office/officeart/2005/8/layout/list1"/>
    <dgm:cxn modelId="{3AFF08D1-9DD8-4AB5-93BB-92B18A17A42E}" type="presOf" srcId="{2F8542B6-F50F-4F12-8F7F-FDEAB856885A}" destId="{474927EF-7108-4C6E-9C99-43382FF07714}" srcOrd="0" destOrd="0" presId="urn:microsoft.com/office/officeart/2005/8/layout/list1"/>
    <dgm:cxn modelId="{C14861DB-41DD-4DDA-B9B1-E965327F3A40}" type="presOf" srcId="{E0BA2955-5D60-4076-851F-61B57FE515C9}" destId="{1C696639-2DF5-40B4-9715-FB5537EAF5AB}" srcOrd="0" destOrd="0" presId="urn:microsoft.com/office/officeart/2005/8/layout/list1"/>
    <dgm:cxn modelId="{61A68EE8-854F-4CEB-95BD-3007DF4E8166}" srcId="{E0BA2955-5D60-4076-851F-61B57FE515C9}" destId="{B4525559-804C-42BE-9AB4-A3A3CFAB6487}" srcOrd="0" destOrd="0" parTransId="{9364EA79-AFBF-49C5-B540-DA7CAD4A2473}" sibTransId="{C0A1362D-908B-4173-9B62-1CC4CD888FA1}"/>
    <dgm:cxn modelId="{05A81083-77A9-41ED-A026-7A39594E5409}" type="presParOf" srcId="{01EAA5CD-929E-470C-B1FE-A4839870A93A}" destId="{1C9F863D-F934-491D-B732-FFE8C927A70E}" srcOrd="0" destOrd="0" presId="urn:microsoft.com/office/officeart/2005/8/layout/list1"/>
    <dgm:cxn modelId="{EA90FA9A-109E-4E40-9F8B-80A894B45CFD}" type="presParOf" srcId="{1C9F863D-F934-491D-B732-FFE8C927A70E}" destId="{474927EF-7108-4C6E-9C99-43382FF07714}" srcOrd="0" destOrd="0" presId="urn:microsoft.com/office/officeart/2005/8/layout/list1"/>
    <dgm:cxn modelId="{AFA3F312-D740-4AD4-B260-A2CDD3CCB015}" type="presParOf" srcId="{1C9F863D-F934-491D-B732-FFE8C927A70E}" destId="{09C7F279-EB7C-4EB1-89A0-EA184815F0D5}" srcOrd="1" destOrd="0" presId="urn:microsoft.com/office/officeart/2005/8/layout/list1"/>
    <dgm:cxn modelId="{3157858C-4C08-40B0-B229-65DF0A071CCF}" type="presParOf" srcId="{01EAA5CD-929E-470C-B1FE-A4839870A93A}" destId="{AF2C804F-7E99-4D80-8A03-6460B42B5357}" srcOrd="1" destOrd="0" presId="urn:microsoft.com/office/officeart/2005/8/layout/list1"/>
    <dgm:cxn modelId="{0386817F-EBA6-43B5-84DB-B20E0728BAC1}" type="presParOf" srcId="{01EAA5CD-929E-470C-B1FE-A4839870A93A}" destId="{E909867E-BA2C-42AC-99B5-28D8BACD9950}" srcOrd="2" destOrd="0" presId="urn:microsoft.com/office/officeart/2005/8/layout/list1"/>
    <dgm:cxn modelId="{C3B05167-9F5D-43E4-9932-5F60F8F61158}" type="presParOf" srcId="{01EAA5CD-929E-470C-B1FE-A4839870A93A}" destId="{A6899A93-B55F-4B4C-ACD8-8D91C1BBA55C}" srcOrd="3" destOrd="0" presId="urn:microsoft.com/office/officeart/2005/8/layout/list1"/>
    <dgm:cxn modelId="{8DF880A3-B019-459C-B860-18FBA5F602F8}" type="presParOf" srcId="{01EAA5CD-929E-470C-B1FE-A4839870A93A}" destId="{C7017E0C-62F0-4E81-82E6-0262E4997AA0}" srcOrd="4" destOrd="0" presId="urn:microsoft.com/office/officeart/2005/8/layout/list1"/>
    <dgm:cxn modelId="{C092AF54-55DF-4CD6-889C-0B4DA3C4BA46}" type="presParOf" srcId="{C7017E0C-62F0-4E81-82E6-0262E4997AA0}" destId="{1C696639-2DF5-40B4-9715-FB5537EAF5AB}" srcOrd="0" destOrd="0" presId="urn:microsoft.com/office/officeart/2005/8/layout/list1"/>
    <dgm:cxn modelId="{5A18DD23-575A-4E42-849A-BE13A027A519}" type="presParOf" srcId="{C7017E0C-62F0-4E81-82E6-0262E4997AA0}" destId="{AD2CED3C-5AB6-48FB-9461-93477565C9B3}" srcOrd="1" destOrd="0" presId="urn:microsoft.com/office/officeart/2005/8/layout/list1"/>
    <dgm:cxn modelId="{E70AC354-364B-45FE-94D8-C9648CCA5F66}" type="presParOf" srcId="{01EAA5CD-929E-470C-B1FE-A4839870A93A}" destId="{85B737B2-33F7-41E9-B52A-FB9C1256B9F8}" srcOrd="5" destOrd="0" presId="urn:microsoft.com/office/officeart/2005/8/layout/list1"/>
    <dgm:cxn modelId="{61A89397-65C6-460A-94ED-1734C0293279}" type="presParOf" srcId="{01EAA5CD-929E-470C-B1FE-A4839870A93A}" destId="{6277F307-477E-4670-995E-A2370970B2F7}" srcOrd="6" destOrd="0" presId="urn:microsoft.com/office/officeart/2005/8/layout/list1"/>
    <dgm:cxn modelId="{8573DDAE-9397-4C6E-9EB4-DDA3C04729B4}" type="presParOf" srcId="{01EAA5CD-929E-470C-B1FE-A4839870A93A}" destId="{74365B8F-138B-4B58-A406-288E6439BB28}" srcOrd="7" destOrd="0" presId="urn:microsoft.com/office/officeart/2005/8/layout/list1"/>
    <dgm:cxn modelId="{C7E958AD-6B8A-42F0-80B6-695B858B69D2}" type="presParOf" srcId="{01EAA5CD-929E-470C-B1FE-A4839870A93A}" destId="{1AE8F5B2-4350-48ED-905F-6D9B41B1B46B}" srcOrd="8" destOrd="0" presId="urn:microsoft.com/office/officeart/2005/8/layout/list1"/>
    <dgm:cxn modelId="{F5130A27-DDAF-4AC6-B95D-007074291482}" type="presParOf" srcId="{1AE8F5B2-4350-48ED-905F-6D9B41B1B46B}" destId="{E3B9A7AA-4534-45F5-A8B5-ADAC0EB478A9}" srcOrd="0" destOrd="0" presId="urn:microsoft.com/office/officeart/2005/8/layout/list1"/>
    <dgm:cxn modelId="{1D6B1E41-C4B6-4A13-AD5C-A6B58A4FC955}" type="presParOf" srcId="{1AE8F5B2-4350-48ED-905F-6D9B41B1B46B}" destId="{A8968CC9-0D96-4AC4-AC09-6B7680E48BFD}" srcOrd="1" destOrd="0" presId="urn:microsoft.com/office/officeart/2005/8/layout/list1"/>
    <dgm:cxn modelId="{C8953F3B-4BFB-4F40-A52F-E1A899FF8414}" type="presParOf" srcId="{01EAA5CD-929E-470C-B1FE-A4839870A93A}" destId="{2A9CF7DC-733F-4151-A9C1-846FA7EA4437}" srcOrd="9" destOrd="0" presId="urn:microsoft.com/office/officeart/2005/8/layout/list1"/>
    <dgm:cxn modelId="{2808DA4F-0BF8-4D17-AC71-AE58063D5EE0}" type="presParOf" srcId="{01EAA5CD-929E-470C-B1FE-A4839870A93A}" destId="{E6F456DA-416A-40F6-9A7B-7CDEF9A455C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7161D-4548-4006-88D3-4EEE16B143D3}">
      <dsp:nvSpPr>
        <dsp:cNvPr id="0" name=""/>
        <dsp:cNvSpPr/>
      </dsp:nvSpPr>
      <dsp:spPr>
        <a:xfrm>
          <a:off x="0" y="461553"/>
          <a:ext cx="10549307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562356" rIns="81874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700" kern="1200" dirty="0"/>
            <a:t>Agit comme l'agent de collecte (Polling) et de notification.</a:t>
          </a:r>
          <a:endParaRPr lang="fr-CM" sz="2700" kern="1200" dirty="0"/>
        </a:p>
      </dsp:txBody>
      <dsp:txXfrm>
        <a:off x="0" y="461553"/>
        <a:ext cx="10549307" cy="1105650"/>
      </dsp:txXfrm>
    </dsp:sp>
    <dsp:sp modelId="{71AB6101-DAA0-4F3E-882E-A0114243B93B}">
      <dsp:nvSpPr>
        <dsp:cNvPr id="0" name=""/>
        <dsp:cNvSpPr/>
      </dsp:nvSpPr>
      <dsp:spPr>
        <a:xfrm>
          <a:off x="527465" y="63033"/>
          <a:ext cx="7384514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700" kern="1200" dirty="0" err="1"/>
            <a:t>Ceilometer</a:t>
          </a:r>
          <a:endParaRPr lang="fr-CM" sz="2700" kern="1200" dirty="0"/>
        </a:p>
      </dsp:txBody>
      <dsp:txXfrm>
        <a:off x="566373" y="101941"/>
        <a:ext cx="7306698" cy="719224"/>
      </dsp:txXfrm>
    </dsp:sp>
    <dsp:sp modelId="{6F0BFCE7-AA9D-42C2-9CCD-FF1416A0450F}">
      <dsp:nvSpPr>
        <dsp:cNvPr id="0" name=""/>
        <dsp:cNvSpPr/>
      </dsp:nvSpPr>
      <dsp:spPr>
        <a:xfrm>
          <a:off x="0" y="2111523"/>
          <a:ext cx="10549307" cy="1786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562356" rIns="81874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700" kern="1200" dirty="0"/>
            <a:t>Sert de base de données d'indexation et de stockage de séries temporelles (TDBDS) optimisée pour les gros volumes de données.</a:t>
          </a:r>
          <a:endParaRPr lang="fr-CM" sz="2700" kern="1200" dirty="0"/>
        </a:p>
      </dsp:txBody>
      <dsp:txXfrm>
        <a:off x="0" y="2111523"/>
        <a:ext cx="10549307" cy="1786050"/>
      </dsp:txXfrm>
    </dsp:sp>
    <dsp:sp modelId="{0C85129E-D53A-415C-B20E-3A18BF1337B8}">
      <dsp:nvSpPr>
        <dsp:cNvPr id="0" name=""/>
        <dsp:cNvSpPr/>
      </dsp:nvSpPr>
      <dsp:spPr>
        <a:xfrm>
          <a:off x="527465" y="1713003"/>
          <a:ext cx="7384514" cy="7970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700" kern="1200" dirty="0"/>
            <a:t>Gnocchi</a:t>
          </a:r>
        </a:p>
      </dsp:txBody>
      <dsp:txXfrm>
        <a:off x="566373" y="1751911"/>
        <a:ext cx="7306698" cy="719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2D1B4-5DFE-4ADB-B37F-AFE7CCE0B453}">
      <dsp:nvSpPr>
        <dsp:cNvPr id="0" name=""/>
        <dsp:cNvSpPr/>
      </dsp:nvSpPr>
      <dsp:spPr>
        <a:xfrm>
          <a:off x="0" y="183594"/>
          <a:ext cx="11167871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51" tIns="291592" rIns="86675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S'exécute sur les nœuds de calcul pour collecter les statistiques des instances (CPU, RAM).</a:t>
          </a:r>
          <a:endParaRPr lang="fr-CM" sz="1400" kern="1200" dirty="0"/>
        </a:p>
      </dsp:txBody>
      <dsp:txXfrm>
        <a:off x="0" y="183594"/>
        <a:ext cx="11167871" cy="573300"/>
      </dsp:txXfrm>
    </dsp:sp>
    <dsp:sp modelId="{1296FEE0-0842-4F53-A671-DA859E9E1281}">
      <dsp:nvSpPr>
        <dsp:cNvPr id="0" name=""/>
        <dsp:cNvSpPr/>
      </dsp:nvSpPr>
      <dsp:spPr>
        <a:xfrm>
          <a:off x="558393" y="50479"/>
          <a:ext cx="7817509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483" tIns="0" rIns="2954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400" kern="1200" dirty="0" err="1"/>
            <a:t>Ceilometer</a:t>
          </a:r>
          <a:r>
            <a:rPr lang="fr-CM" sz="1400" kern="1200" dirty="0"/>
            <a:t> </a:t>
          </a:r>
          <a:r>
            <a:rPr lang="fr-CM" sz="1400" kern="1200" dirty="0" err="1"/>
            <a:t>Compute</a:t>
          </a:r>
          <a:r>
            <a:rPr lang="fr-CM" sz="1400" kern="1200" dirty="0"/>
            <a:t> Agent</a:t>
          </a:r>
        </a:p>
      </dsp:txBody>
      <dsp:txXfrm>
        <a:off x="578568" y="70654"/>
        <a:ext cx="7777159" cy="372930"/>
      </dsp:txXfrm>
    </dsp:sp>
    <dsp:sp modelId="{F851B30F-24C5-4E1A-9982-0D3823AB8C40}">
      <dsp:nvSpPr>
        <dsp:cNvPr id="0" name=""/>
        <dsp:cNvSpPr/>
      </dsp:nvSpPr>
      <dsp:spPr>
        <a:xfrm>
          <a:off x="0" y="1112659"/>
          <a:ext cx="11167871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51" tIns="291592" rIns="86675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Récupère les données des services via les API (Image, Volume, Réseau).</a:t>
          </a:r>
          <a:endParaRPr lang="fr-CM" sz="1400" kern="1200" dirty="0"/>
        </a:p>
      </dsp:txBody>
      <dsp:txXfrm>
        <a:off x="0" y="1112659"/>
        <a:ext cx="11167871" cy="573300"/>
      </dsp:txXfrm>
    </dsp:sp>
    <dsp:sp modelId="{EE974604-824C-4BA2-A0A5-46380AD9BA76}">
      <dsp:nvSpPr>
        <dsp:cNvPr id="0" name=""/>
        <dsp:cNvSpPr/>
      </dsp:nvSpPr>
      <dsp:spPr>
        <a:xfrm>
          <a:off x="558393" y="906019"/>
          <a:ext cx="7817509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483" tIns="0" rIns="2954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400" kern="1200" dirty="0" err="1"/>
            <a:t>Ceilometer</a:t>
          </a:r>
          <a:r>
            <a:rPr lang="fr-CM" sz="1400" kern="1200" dirty="0"/>
            <a:t> Central Agent</a:t>
          </a:r>
        </a:p>
      </dsp:txBody>
      <dsp:txXfrm>
        <a:off x="578568" y="926194"/>
        <a:ext cx="7777159" cy="372930"/>
      </dsp:txXfrm>
    </dsp:sp>
    <dsp:sp modelId="{BF15A9F3-411E-4DC2-9832-7C1EDD2A3F01}">
      <dsp:nvSpPr>
        <dsp:cNvPr id="0" name=""/>
        <dsp:cNvSpPr/>
      </dsp:nvSpPr>
      <dsp:spPr>
        <a:xfrm>
          <a:off x="0" y="1968199"/>
          <a:ext cx="11167871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51" tIns="291592" rIns="86675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Écoute les messages sur le bus (</a:t>
          </a:r>
          <a:r>
            <a:rPr lang="fr-FR" sz="1400" kern="1200" dirty="0" err="1"/>
            <a:t>RabbitMQ</a:t>
          </a:r>
          <a:r>
            <a:rPr lang="fr-FR" sz="1400" kern="1200" dirty="0"/>
            <a:t>) pour transformer les événements en métriques Gnocchi.</a:t>
          </a:r>
          <a:endParaRPr lang="fr-CM" sz="1400" kern="1200" dirty="0"/>
        </a:p>
      </dsp:txBody>
      <dsp:txXfrm>
        <a:off x="0" y="1968199"/>
        <a:ext cx="11167871" cy="573300"/>
      </dsp:txXfrm>
    </dsp:sp>
    <dsp:sp modelId="{DA974DBB-75AD-490F-A75C-04B94E5F32BA}">
      <dsp:nvSpPr>
        <dsp:cNvPr id="0" name=""/>
        <dsp:cNvSpPr/>
      </dsp:nvSpPr>
      <dsp:spPr>
        <a:xfrm>
          <a:off x="558393" y="1761559"/>
          <a:ext cx="7817509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483" tIns="0" rIns="2954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400" kern="1200" dirty="0" err="1"/>
            <a:t>Ceilometer</a:t>
          </a:r>
          <a:r>
            <a:rPr lang="fr-CM" sz="1400" kern="1200" dirty="0"/>
            <a:t> Notification Agent</a:t>
          </a:r>
        </a:p>
      </dsp:txBody>
      <dsp:txXfrm>
        <a:off x="578568" y="1781734"/>
        <a:ext cx="7777159" cy="372930"/>
      </dsp:txXfrm>
    </dsp:sp>
    <dsp:sp modelId="{F427CC19-5091-44E0-8368-B540D4112AD6}">
      <dsp:nvSpPr>
        <dsp:cNvPr id="0" name=""/>
        <dsp:cNvSpPr/>
      </dsp:nvSpPr>
      <dsp:spPr>
        <a:xfrm>
          <a:off x="0" y="2823739"/>
          <a:ext cx="11167871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51" tIns="291592" rIns="86675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Stocke l'index des ressources (</a:t>
          </a:r>
          <a:r>
            <a:rPr lang="fr-FR" sz="1400" kern="1200" dirty="0" err="1"/>
            <a:t>UUIDs</a:t>
          </a:r>
          <a:r>
            <a:rPr lang="fr-FR" sz="1400" kern="1200" dirty="0"/>
            <a:t>, types de ressources).</a:t>
          </a:r>
          <a:endParaRPr lang="fr-CM" sz="1400" kern="1200" dirty="0"/>
        </a:p>
      </dsp:txBody>
      <dsp:txXfrm>
        <a:off x="0" y="2823739"/>
        <a:ext cx="11167871" cy="573300"/>
      </dsp:txXfrm>
    </dsp:sp>
    <dsp:sp modelId="{FEE3D8BE-8E37-468F-92F7-23C3910BAB44}">
      <dsp:nvSpPr>
        <dsp:cNvPr id="0" name=""/>
        <dsp:cNvSpPr/>
      </dsp:nvSpPr>
      <dsp:spPr>
        <a:xfrm>
          <a:off x="558393" y="2617099"/>
          <a:ext cx="7817509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483" tIns="0" rIns="2954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400" kern="1200" dirty="0"/>
            <a:t>Gnocchi Indexer (</a:t>
          </a:r>
          <a:r>
            <a:rPr lang="fr-CM" sz="1400" kern="1200" dirty="0" err="1"/>
            <a:t>MariaDB</a:t>
          </a:r>
          <a:r>
            <a:rPr lang="fr-CM" sz="1400" kern="1200" dirty="0"/>
            <a:t>/PostgreSQL)</a:t>
          </a:r>
        </a:p>
      </dsp:txBody>
      <dsp:txXfrm>
        <a:off x="578568" y="2637274"/>
        <a:ext cx="7777159" cy="372930"/>
      </dsp:txXfrm>
    </dsp:sp>
    <dsp:sp modelId="{F0DCBB71-555D-4EDA-8946-2F725241F4DC}">
      <dsp:nvSpPr>
        <dsp:cNvPr id="0" name=""/>
        <dsp:cNvSpPr/>
      </dsp:nvSpPr>
      <dsp:spPr>
        <a:xfrm>
          <a:off x="0" y="3679279"/>
          <a:ext cx="11167871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51" tIns="291592" rIns="86675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(</a:t>
          </a:r>
          <a:r>
            <a:rPr lang="fr-FR" sz="1400" kern="1200" dirty="0" err="1"/>
            <a:t>Ceph</a:t>
          </a:r>
          <a:r>
            <a:rPr lang="fr-FR" sz="1400" kern="1200" dirty="0"/>
            <a:t>, S3 ou Swift) : Stocke les agrégats de données brutes.</a:t>
          </a:r>
          <a:endParaRPr lang="fr-CM" sz="1400" kern="1200" dirty="0"/>
        </a:p>
      </dsp:txBody>
      <dsp:txXfrm>
        <a:off x="0" y="3679279"/>
        <a:ext cx="11167871" cy="573300"/>
      </dsp:txXfrm>
    </dsp:sp>
    <dsp:sp modelId="{9ECCE42E-825E-4E21-B2EB-1CAC79C52AAC}">
      <dsp:nvSpPr>
        <dsp:cNvPr id="0" name=""/>
        <dsp:cNvSpPr/>
      </dsp:nvSpPr>
      <dsp:spPr>
        <a:xfrm>
          <a:off x="558393" y="3472639"/>
          <a:ext cx="7817509" cy="4132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483" tIns="0" rIns="2954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400" kern="1200" dirty="0"/>
            <a:t>Gnocchi Storage</a:t>
          </a:r>
        </a:p>
      </dsp:txBody>
      <dsp:txXfrm>
        <a:off x="578568" y="3492814"/>
        <a:ext cx="7777159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2BBD8-3D75-4C8B-B77E-15C7CE0C889A}">
      <dsp:nvSpPr>
        <dsp:cNvPr id="0" name=""/>
        <dsp:cNvSpPr/>
      </dsp:nvSpPr>
      <dsp:spPr>
        <a:xfrm>
          <a:off x="0" y="372180"/>
          <a:ext cx="10549307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374904" rIns="81874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Ceilometer</a:t>
          </a:r>
          <a:r>
            <a:rPr lang="fr-FR" sz="1800" kern="1200" dirty="0"/>
            <a:t> récupère une donnée brute.</a:t>
          </a:r>
          <a:endParaRPr lang="fr-CM" sz="1800" kern="1200" dirty="0"/>
        </a:p>
      </dsp:txBody>
      <dsp:txXfrm>
        <a:off x="0" y="372180"/>
        <a:ext cx="10549307" cy="737100"/>
      </dsp:txXfrm>
    </dsp:sp>
    <dsp:sp modelId="{A5DD75C8-9CEC-4491-A261-54DF50D4376A}">
      <dsp:nvSpPr>
        <dsp:cNvPr id="0" name=""/>
        <dsp:cNvSpPr/>
      </dsp:nvSpPr>
      <dsp:spPr>
        <a:xfrm>
          <a:off x="527465" y="106500"/>
          <a:ext cx="7384514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800" kern="1200" dirty="0" err="1"/>
            <a:t>Pollster</a:t>
          </a:r>
          <a:r>
            <a:rPr lang="fr-CM" sz="1800" kern="1200" dirty="0"/>
            <a:t>/Notification</a:t>
          </a:r>
        </a:p>
      </dsp:txBody>
      <dsp:txXfrm>
        <a:off x="553404" y="132439"/>
        <a:ext cx="7332636" cy="479482"/>
      </dsp:txXfrm>
    </dsp:sp>
    <dsp:sp modelId="{77953845-1AB7-40D7-A220-FA534CBEE193}">
      <dsp:nvSpPr>
        <dsp:cNvPr id="0" name=""/>
        <dsp:cNvSpPr/>
      </dsp:nvSpPr>
      <dsp:spPr>
        <a:xfrm>
          <a:off x="0" y="1472160"/>
          <a:ext cx="10549307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374904" rIns="81874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Le </a:t>
          </a:r>
          <a:r>
            <a:rPr lang="fr-FR" sz="1800" kern="1200" dirty="0" err="1"/>
            <a:t>pipeline.yaml</a:t>
          </a:r>
          <a:r>
            <a:rPr lang="fr-FR" sz="1800" kern="1200" dirty="0"/>
            <a:t> de </a:t>
          </a:r>
          <a:r>
            <a:rPr lang="fr-FR" sz="1800" kern="1200" dirty="0" err="1"/>
            <a:t>Ceilometer</a:t>
          </a:r>
          <a:r>
            <a:rPr lang="fr-FR" sz="1800" kern="1200" dirty="0"/>
            <a:t> définit comment traiter la donnée.</a:t>
          </a:r>
          <a:endParaRPr lang="fr-CM" sz="1800" kern="1200" dirty="0"/>
        </a:p>
      </dsp:txBody>
      <dsp:txXfrm>
        <a:off x="0" y="1472160"/>
        <a:ext cx="10549307" cy="737100"/>
      </dsp:txXfrm>
    </dsp:sp>
    <dsp:sp modelId="{DF46D448-B16D-41B3-A003-1D3B03660700}">
      <dsp:nvSpPr>
        <dsp:cNvPr id="0" name=""/>
        <dsp:cNvSpPr/>
      </dsp:nvSpPr>
      <dsp:spPr>
        <a:xfrm>
          <a:off x="527465" y="1206480"/>
          <a:ext cx="7384514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800" kern="1200" dirty="0"/>
            <a:t>Transformation</a:t>
          </a:r>
        </a:p>
      </dsp:txBody>
      <dsp:txXfrm>
        <a:off x="553404" y="1232419"/>
        <a:ext cx="7332636" cy="479482"/>
      </dsp:txXfrm>
    </dsp:sp>
    <dsp:sp modelId="{0A269A04-F9AC-4683-8085-FF2D83FF7B16}">
      <dsp:nvSpPr>
        <dsp:cNvPr id="0" name=""/>
        <dsp:cNvSpPr/>
      </dsp:nvSpPr>
      <dsp:spPr>
        <a:xfrm>
          <a:off x="0" y="2572140"/>
          <a:ext cx="10549307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374904" rIns="81874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Les données sont envoyées au plugin gnocchi.</a:t>
          </a:r>
          <a:endParaRPr lang="fr-CM" sz="1800" kern="1200" dirty="0"/>
        </a:p>
      </dsp:txBody>
      <dsp:txXfrm>
        <a:off x="0" y="2572140"/>
        <a:ext cx="10549307" cy="737100"/>
      </dsp:txXfrm>
    </dsp:sp>
    <dsp:sp modelId="{EF14AEEF-A90C-459C-B724-46729DEB212D}">
      <dsp:nvSpPr>
        <dsp:cNvPr id="0" name=""/>
        <dsp:cNvSpPr/>
      </dsp:nvSpPr>
      <dsp:spPr>
        <a:xfrm>
          <a:off x="527465" y="2306460"/>
          <a:ext cx="7384514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800" kern="1200" dirty="0"/>
            <a:t>Dispatching</a:t>
          </a:r>
        </a:p>
      </dsp:txBody>
      <dsp:txXfrm>
        <a:off x="553404" y="2332399"/>
        <a:ext cx="7332636" cy="479482"/>
      </dsp:txXfrm>
    </dsp:sp>
    <dsp:sp modelId="{050C6D7C-80BF-4E4D-B406-EB05D7FDE591}">
      <dsp:nvSpPr>
        <dsp:cNvPr id="0" name=""/>
        <dsp:cNvSpPr/>
      </dsp:nvSpPr>
      <dsp:spPr>
        <a:xfrm>
          <a:off x="0" y="3672120"/>
          <a:ext cx="10549307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743" tIns="374904" rIns="81874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Gnocchi reçoit les mesures et les traite par lots pour optimiser les performances disque.</a:t>
          </a:r>
          <a:endParaRPr lang="fr-CM" sz="1800" kern="1200" dirty="0"/>
        </a:p>
      </dsp:txBody>
      <dsp:txXfrm>
        <a:off x="0" y="3672120"/>
        <a:ext cx="10549307" cy="737100"/>
      </dsp:txXfrm>
    </dsp:sp>
    <dsp:sp modelId="{1C4B4B6B-9792-4511-8E08-F935DEB32094}">
      <dsp:nvSpPr>
        <dsp:cNvPr id="0" name=""/>
        <dsp:cNvSpPr/>
      </dsp:nvSpPr>
      <dsp:spPr>
        <a:xfrm>
          <a:off x="527465" y="3406440"/>
          <a:ext cx="7384514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17" tIns="0" rIns="2791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1800" kern="1200" dirty="0" err="1"/>
            <a:t>Batching</a:t>
          </a:r>
          <a:endParaRPr lang="fr-CM" sz="1800" kern="1200" dirty="0"/>
        </a:p>
      </dsp:txBody>
      <dsp:txXfrm>
        <a:off x="553404" y="3432379"/>
        <a:ext cx="7332636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F4809-AC2C-47A4-A32A-ED938F3A3AD1}">
      <dsp:nvSpPr>
        <dsp:cNvPr id="0" name=""/>
        <dsp:cNvSpPr/>
      </dsp:nvSpPr>
      <dsp:spPr>
        <a:xfrm>
          <a:off x="542065" y="945195"/>
          <a:ext cx="9757185" cy="8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Resource : L'objet monitoré (ex: une VM).</a:t>
          </a:r>
          <a:endParaRPr lang="fr-CM" sz="2700" kern="1200" dirty="0"/>
        </a:p>
      </dsp:txBody>
      <dsp:txXfrm>
        <a:off x="542065" y="945195"/>
        <a:ext cx="9757185" cy="887016"/>
      </dsp:txXfrm>
    </dsp:sp>
    <dsp:sp modelId="{81DA714E-B30D-4A4A-A20B-5273F8598899}">
      <dsp:nvSpPr>
        <dsp:cNvPr id="0" name=""/>
        <dsp:cNvSpPr/>
      </dsp:nvSpPr>
      <dsp:spPr>
        <a:xfrm>
          <a:off x="542065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E2ECA-B6D2-4712-8429-59F6129497F2}">
      <dsp:nvSpPr>
        <dsp:cNvPr id="0" name=""/>
        <dsp:cNvSpPr/>
      </dsp:nvSpPr>
      <dsp:spPr>
        <a:xfrm>
          <a:off x="1918913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46796-A019-474B-A32D-8CE24B05A0DE}">
      <dsp:nvSpPr>
        <dsp:cNvPr id="0" name=""/>
        <dsp:cNvSpPr/>
      </dsp:nvSpPr>
      <dsp:spPr>
        <a:xfrm>
          <a:off x="3295760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F2703-0924-4A94-A07B-FE93CF87CF38}">
      <dsp:nvSpPr>
        <dsp:cNvPr id="0" name=""/>
        <dsp:cNvSpPr/>
      </dsp:nvSpPr>
      <dsp:spPr>
        <a:xfrm>
          <a:off x="4672607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56020-D2F8-4421-8CDA-52C9005C9E8C}">
      <dsp:nvSpPr>
        <dsp:cNvPr id="0" name=""/>
        <dsp:cNvSpPr/>
      </dsp:nvSpPr>
      <dsp:spPr>
        <a:xfrm>
          <a:off x="6049454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D4CE1-ADA7-4AFF-B2F4-FEFA961CBC14}">
      <dsp:nvSpPr>
        <dsp:cNvPr id="0" name=""/>
        <dsp:cNvSpPr/>
      </dsp:nvSpPr>
      <dsp:spPr>
        <a:xfrm>
          <a:off x="7426302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25EA1-01B1-44E0-AB1A-D8E34963714A}">
      <dsp:nvSpPr>
        <dsp:cNvPr id="0" name=""/>
        <dsp:cNvSpPr/>
      </dsp:nvSpPr>
      <dsp:spPr>
        <a:xfrm>
          <a:off x="8803149" y="1832212"/>
          <a:ext cx="1300958" cy="21682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0B58A-1D07-42C5-BE01-7652F118EC55}">
      <dsp:nvSpPr>
        <dsp:cNvPr id="0" name=""/>
        <dsp:cNvSpPr/>
      </dsp:nvSpPr>
      <dsp:spPr>
        <a:xfrm>
          <a:off x="542065" y="2157411"/>
          <a:ext cx="9757185" cy="8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700" kern="1200" dirty="0"/>
            <a:t>Archive Policy</a:t>
          </a:r>
        </a:p>
      </dsp:txBody>
      <dsp:txXfrm>
        <a:off x="542065" y="2157411"/>
        <a:ext cx="9757185" cy="887016"/>
      </dsp:txXfrm>
    </dsp:sp>
    <dsp:sp modelId="{39E47176-597C-4AF3-A457-88856071D305}">
      <dsp:nvSpPr>
        <dsp:cNvPr id="0" name=""/>
        <dsp:cNvSpPr/>
      </dsp:nvSpPr>
      <dsp:spPr>
        <a:xfrm>
          <a:off x="542065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80803-D85D-4577-B407-D5215928FA13}">
      <dsp:nvSpPr>
        <dsp:cNvPr id="0" name=""/>
        <dsp:cNvSpPr/>
      </dsp:nvSpPr>
      <dsp:spPr>
        <a:xfrm>
          <a:off x="1918913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F9BC4-6A60-485E-A985-BB63D41A5FB5}">
      <dsp:nvSpPr>
        <dsp:cNvPr id="0" name=""/>
        <dsp:cNvSpPr/>
      </dsp:nvSpPr>
      <dsp:spPr>
        <a:xfrm>
          <a:off x="3295760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BEFA3-A6C9-464C-8D59-457C41E88CB8}">
      <dsp:nvSpPr>
        <dsp:cNvPr id="0" name=""/>
        <dsp:cNvSpPr/>
      </dsp:nvSpPr>
      <dsp:spPr>
        <a:xfrm>
          <a:off x="4672607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7D180-64D7-4785-A9C7-46F50CF9D4F5}">
      <dsp:nvSpPr>
        <dsp:cNvPr id="0" name=""/>
        <dsp:cNvSpPr/>
      </dsp:nvSpPr>
      <dsp:spPr>
        <a:xfrm>
          <a:off x="6049454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FD321-5CE3-4DF0-8B06-DF5FEA4FC058}">
      <dsp:nvSpPr>
        <dsp:cNvPr id="0" name=""/>
        <dsp:cNvSpPr/>
      </dsp:nvSpPr>
      <dsp:spPr>
        <a:xfrm>
          <a:off x="7426302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8D1B6-26D4-4003-84D4-FE5E36AEF78C}">
      <dsp:nvSpPr>
        <dsp:cNvPr id="0" name=""/>
        <dsp:cNvSpPr/>
      </dsp:nvSpPr>
      <dsp:spPr>
        <a:xfrm>
          <a:off x="8803149" y="3044428"/>
          <a:ext cx="1300958" cy="21682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10A9B-DDB4-4446-A5E5-DF7817FF20C1}">
      <dsp:nvSpPr>
        <dsp:cNvPr id="0" name=""/>
        <dsp:cNvSpPr/>
      </dsp:nvSpPr>
      <dsp:spPr>
        <a:xfrm>
          <a:off x="542065" y="3369628"/>
          <a:ext cx="9757185" cy="8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Archive Policy : Définit la précision (ex: un point toutes les 5 min) et la durée de vie.</a:t>
          </a:r>
          <a:endParaRPr lang="fr-CM" sz="2700" kern="1200" dirty="0"/>
        </a:p>
      </dsp:txBody>
      <dsp:txXfrm>
        <a:off x="542065" y="3369628"/>
        <a:ext cx="9757185" cy="887016"/>
      </dsp:txXfrm>
    </dsp:sp>
    <dsp:sp modelId="{42C1990B-D350-4956-AA51-A9BDA68F0C9A}">
      <dsp:nvSpPr>
        <dsp:cNvPr id="0" name=""/>
        <dsp:cNvSpPr/>
      </dsp:nvSpPr>
      <dsp:spPr>
        <a:xfrm>
          <a:off x="542065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40FB1-AB33-40D7-A6C4-4FE91D04D450}">
      <dsp:nvSpPr>
        <dsp:cNvPr id="0" name=""/>
        <dsp:cNvSpPr/>
      </dsp:nvSpPr>
      <dsp:spPr>
        <a:xfrm>
          <a:off x="1918913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16728-5CEA-4D09-94D7-5F9D98493541}">
      <dsp:nvSpPr>
        <dsp:cNvPr id="0" name=""/>
        <dsp:cNvSpPr/>
      </dsp:nvSpPr>
      <dsp:spPr>
        <a:xfrm>
          <a:off x="3295760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25B37-BEA2-429F-BE8C-531174B366D5}">
      <dsp:nvSpPr>
        <dsp:cNvPr id="0" name=""/>
        <dsp:cNvSpPr/>
      </dsp:nvSpPr>
      <dsp:spPr>
        <a:xfrm>
          <a:off x="4672607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575BE-ADC7-4BC9-9A9D-213CE942B672}">
      <dsp:nvSpPr>
        <dsp:cNvPr id="0" name=""/>
        <dsp:cNvSpPr/>
      </dsp:nvSpPr>
      <dsp:spPr>
        <a:xfrm>
          <a:off x="6049454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A18CA-725E-4A79-BA9F-F7609E148705}">
      <dsp:nvSpPr>
        <dsp:cNvPr id="0" name=""/>
        <dsp:cNvSpPr/>
      </dsp:nvSpPr>
      <dsp:spPr>
        <a:xfrm>
          <a:off x="7426302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54AB4-8BDF-415A-B385-55401CE4E732}">
      <dsp:nvSpPr>
        <dsp:cNvPr id="0" name=""/>
        <dsp:cNvSpPr/>
      </dsp:nvSpPr>
      <dsp:spPr>
        <a:xfrm>
          <a:off x="8803149" y="4256645"/>
          <a:ext cx="1300958" cy="21682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AEA70-F71C-46F3-A323-5B99F111D7DB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F295B7-55BC-4692-807C-CCB849009495}">
      <dsp:nvSpPr>
        <dsp:cNvPr id="0" name=""/>
        <dsp:cNvSpPr/>
      </dsp:nvSpPr>
      <dsp:spPr>
        <a:xfrm>
          <a:off x="455546" y="309267"/>
          <a:ext cx="9210180" cy="6188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OS</a:t>
          </a:r>
          <a:r>
            <a:rPr lang="pt-BR" sz="2000" kern="1200" dirty="0"/>
            <a:t> : Ubuntu 22.04 LTS ou Rocky Linux.</a:t>
          </a:r>
          <a:endParaRPr lang="fr-CM" sz="2000" kern="1200" dirty="0"/>
        </a:p>
      </dsp:txBody>
      <dsp:txXfrm>
        <a:off x="455546" y="309267"/>
        <a:ext cx="9210180" cy="618856"/>
      </dsp:txXfrm>
    </dsp:sp>
    <dsp:sp modelId="{9E705DB3-CFDE-4714-AE1B-8BF9DE7A1713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F3C63-EC8D-4E55-AA4D-ECE41152A9D1}">
      <dsp:nvSpPr>
        <dsp:cNvPr id="0" name=""/>
        <dsp:cNvSpPr/>
      </dsp:nvSpPr>
      <dsp:spPr>
        <a:xfrm>
          <a:off x="810351" y="1237712"/>
          <a:ext cx="8855376" cy="6188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000" b="1" kern="1200"/>
            <a:t>Message Broker</a:t>
          </a:r>
          <a:r>
            <a:rPr lang="fr-CM" sz="2000" kern="1200"/>
            <a:t> : RabbitMQ.</a:t>
          </a:r>
        </a:p>
      </dsp:txBody>
      <dsp:txXfrm>
        <a:off x="810351" y="1237712"/>
        <a:ext cx="8855376" cy="618856"/>
      </dsp:txXfrm>
    </dsp:sp>
    <dsp:sp modelId="{A72A4889-61A4-41E2-863A-71A05081D8DA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CD25E-2960-425E-8EB8-068B93F5CF43}">
      <dsp:nvSpPr>
        <dsp:cNvPr id="0" name=""/>
        <dsp:cNvSpPr/>
      </dsp:nvSpPr>
      <dsp:spPr>
        <a:xfrm>
          <a:off x="810351" y="2166156"/>
          <a:ext cx="8855376" cy="6188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Base de données Index</a:t>
          </a:r>
          <a:r>
            <a:rPr lang="fr-FR" sz="2000" kern="1200"/>
            <a:t> : PostgreSQL (recommandé pour Gnocchi).</a:t>
          </a:r>
        </a:p>
      </dsp:txBody>
      <dsp:txXfrm>
        <a:off x="810351" y="2166156"/>
        <a:ext cx="8855376" cy="618856"/>
      </dsp:txXfrm>
    </dsp:sp>
    <dsp:sp modelId="{D47E7C57-9D70-4002-AD6D-8D6E4B355C88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6138D-0C91-4575-972D-A8AE6872AB6E}">
      <dsp:nvSpPr>
        <dsp:cNvPr id="0" name=""/>
        <dsp:cNvSpPr/>
      </dsp:nvSpPr>
      <dsp:spPr>
        <a:xfrm>
          <a:off x="455546" y="3094601"/>
          <a:ext cx="9210180" cy="6188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Storage Backend</a:t>
          </a:r>
          <a:r>
            <a:rPr lang="fr-FR" sz="2000" kern="1200"/>
            <a:t> : </a:t>
          </a:r>
          <a:r>
            <a:rPr lang="fr-FR" sz="2000" b="1" kern="1200"/>
            <a:t>Ceph (RBD)</a:t>
          </a:r>
          <a:r>
            <a:rPr lang="fr-FR" sz="2000" kern="1200"/>
            <a:t> est le choix standard pour la haute disponibilité et la scalabilité des mesures.</a:t>
          </a:r>
        </a:p>
      </dsp:txBody>
      <dsp:txXfrm>
        <a:off x="455546" y="3094601"/>
        <a:ext cx="9210180" cy="618856"/>
      </dsp:txXfrm>
    </dsp:sp>
    <dsp:sp modelId="{BE3EBD8E-0CD3-400C-9E6B-27392A04DA1A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9867E-BA2C-42AC-99B5-28D8BACD9950}">
      <dsp:nvSpPr>
        <dsp:cNvPr id="0" name=""/>
        <dsp:cNvSpPr/>
      </dsp:nvSpPr>
      <dsp:spPr>
        <a:xfrm>
          <a:off x="0" y="320757"/>
          <a:ext cx="10567426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150" tIns="437388" rIns="82015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Intégration obligatoire avec Keystone pour la gestion des </a:t>
          </a:r>
          <a:r>
            <a:rPr lang="fr-FR" sz="2100" kern="1200" dirty="0" err="1"/>
            <a:t>tokens</a:t>
          </a:r>
          <a:r>
            <a:rPr lang="fr-FR" sz="2100" kern="1200" dirty="0"/>
            <a:t>.</a:t>
          </a:r>
          <a:endParaRPr lang="fr-CM" sz="2100" kern="1200" dirty="0"/>
        </a:p>
      </dsp:txBody>
      <dsp:txXfrm>
        <a:off x="0" y="320757"/>
        <a:ext cx="10567426" cy="859950"/>
      </dsp:txXfrm>
    </dsp:sp>
    <dsp:sp modelId="{09C7F279-EB7C-4EB1-89A0-EA184815F0D5}">
      <dsp:nvSpPr>
        <dsp:cNvPr id="0" name=""/>
        <dsp:cNvSpPr/>
      </dsp:nvSpPr>
      <dsp:spPr>
        <a:xfrm>
          <a:off x="528371" y="10797"/>
          <a:ext cx="739719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596" tIns="0" rIns="2795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100" kern="1200" dirty="0"/>
            <a:t>Authentification</a:t>
          </a:r>
        </a:p>
      </dsp:txBody>
      <dsp:txXfrm>
        <a:off x="558633" y="41059"/>
        <a:ext cx="7336674" cy="559396"/>
      </dsp:txXfrm>
    </dsp:sp>
    <dsp:sp modelId="{6277F307-477E-4670-995E-A2370970B2F7}">
      <dsp:nvSpPr>
        <dsp:cNvPr id="0" name=""/>
        <dsp:cNvSpPr/>
      </dsp:nvSpPr>
      <dsp:spPr>
        <a:xfrm>
          <a:off x="0" y="1604067"/>
          <a:ext cx="10567426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150" tIns="437388" rIns="82015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Utilisation de gnocchi-</a:t>
          </a:r>
          <a:r>
            <a:rPr lang="fr-FR" sz="2100" kern="1200" dirty="0" err="1"/>
            <a:t>metricd</a:t>
          </a:r>
          <a:r>
            <a:rPr lang="fr-FR" sz="2100" kern="1200" dirty="0"/>
            <a:t> en mode </a:t>
          </a:r>
          <a:r>
            <a:rPr lang="fr-FR" sz="2100" kern="1200" dirty="0" err="1"/>
            <a:t>multi-processus</a:t>
          </a:r>
          <a:r>
            <a:rPr lang="fr-FR" sz="2100" kern="1200" dirty="0"/>
            <a:t> pour traiter les files d'attente de mesures.</a:t>
          </a:r>
          <a:endParaRPr lang="fr-CM" sz="2100" kern="1200" dirty="0"/>
        </a:p>
      </dsp:txBody>
      <dsp:txXfrm>
        <a:off x="0" y="1604067"/>
        <a:ext cx="10567426" cy="1124550"/>
      </dsp:txXfrm>
    </dsp:sp>
    <dsp:sp modelId="{AD2CED3C-5AB6-48FB-9461-93477565C9B3}">
      <dsp:nvSpPr>
        <dsp:cNvPr id="0" name=""/>
        <dsp:cNvSpPr/>
      </dsp:nvSpPr>
      <dsp:spPr>
        <a:xfrm>
          <a:off x="528371" y="1294107"/>
          <a:ext cx="7397198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596" tIns="0" rIns="2795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100" kern="1200" dirty="0"/>
            <a:t>Performance</a:t>
          </a:r>
        </a:p>
      </dsp:txBody>
      <dsp:txXfrm>
        <a:off x="558633" y="1324369"/>
        <a:ext cx="7336674" cy="559396"/>
      </dsp:txXfrm>
    </dsp:sp>
    <dsp:sp modelId="{E6F456DA-416A-40F6-9A7B-7CDEF9A455C5}">
      <dsp:nvSpPr>
        <dsp:cNvPr id="0" name=""/>
        <dsp:cNvSpPr/>
      </dsp:nvSpPr>
      <dsp:spPr>
        <a:xfrm>
          <a:off x="0" y="3151977"/>
          <a:ext cx="10567426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150" tIns="437388" rIns="82015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Séparer le réseau de management (API) du réseau de données (collecte).</a:t>
          </a:r>
          <a:endParaRPr lang="fr-CM" sz="2100" kern="1200" dirty="0"/>
        </a:p>
      </dsp:txBody>
      <dsp:txXfrm>
        <a:off x="0" y="3151977"/>
        <a:ext cx="10567426" cy="859950"/>
      </dsp:txXfrm>
    </dsp:sp>
    <dsp:sp modelId="{A8968CC9-0D96-4AC4-AC09-6B7680E48BFD}">
      <dsp:nvSpPr>
        <dsp:cNvPr id="0" name=""/>
        <dsp:cNvSpPr/>
      </dsp:nvSpPr>
      <dsp:spPr>
        <a:xfrm>
          <a:off x="528371" y="2842017"/>
          <a:ext cx="7397198" cy="619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596" tIns="0" rIns="2795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100" kern="1200" dirty="0"/>
            <a:t>Isolation</a:t>
          </a:r>
        </a:p>
      </dsp:txBody>
      <dsp:txXfrm>
        <a:off x="558633" y="2872279"/>
        <a:ext cx="7336674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7FDB26-16AF-4C82-AF7A-92449513F3F4}" type="datetime1">
              <a:rPr lang="fr-FR" smtClean="0"/>
              <a:t>22/03/2026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0E9541-3375-4528-AC9C-1D7FD00C3017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27949C9-1C26-45BB-BA53-FCDDA512553D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70CDC4-B118-436F-8999-4E53124174C8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B3B74C-3552-4EC5-970E-EA08B17DE6C3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6671B-8518-416E-9A93-110C3FC765B0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5CA171-7817-4EB8-BD06-8DC08B6DD669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B6A67-71AB-4430-8E9A-3C4E54AB6270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8E809-7279-41D4-8D12-46601669AEF8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E15B8F-B91C-47AC-B98D-C114892A6229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769C86-3347-4673-9EED-DCA59A1E5DED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1F1C99-0FCE-4E24-B45E-A6B8B87EE97A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2C3B24-D805-4A76-8E65-C9738296B930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7" name="Connecteur droit 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7726DE0-7F70-4976-999D-381380B45882}" type="datetime1">
              <a:rPr lang="fr-FR" noProof="0" smtClean="0"/>
              <a:t>22/03/2026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cxnSp>
        <p:nvCxnSpPr>
          <p:cNvPr id="7" name="Connecteur droit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 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fr-FR" dirty="0">
                <a:solidFill>
                  <a:srgbClr val="FFFFFF"/>
                </a:solidFill>
              </a:rPr>
              <a:t>Cahier de Conception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fr-FR" sz="1800" b="0" i="0" dirty="0">
                <a:solidFill>
                  <a:srgbClr val="FFFFFF"/>
                </a:solidFill>
                <a:effectLst/>
                <a:latin typeface="TwCenMT-Regular"/>
              </a:rPr>
              <a:t>Projet : Monitoring et Télémétrie avec </a:t>
            </a:r>
            <a:r>
              <a:rPr lang="fr-FR" sz="1800" b="0" i="0" dirty="0" err="1">
                <a:solidFill>
                  <a:srgbClr val="FFFFFF"/>
                </a:solidFill>
                <a:effectLst/>
                <a:latin typeface="TwCenMT-Regular"/>
              </a:rPr>
              <a:t>Ceilometer</a:t>
            </a:r>
            <a:r>
              <a:rPr lang="fr-FR" sz="1800" b="0" i="0" dirty="0">
                <a:solidFill>
                  <a:srgbClr val="FFFFFF"/>
                </a:solidFill>
                <a:effectLst/>
                <a:latin typeface="TwCenMT-Regular"/>
              </a:rPr>
              <a:t> et Gnocchi</a:t>
            </a:r>
            <a:r>
              <a:rPr lang="fr-FR" dirty="0"/>
              <a:t> </a:t>
            </a:r>
            <a:endParaRPr lang="fr-FR" dirty="0">
              <a:solidFill>
                <a:srgbClr val="FFFFFF"/>
              </a:solidFill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ACD876-E142-442A-B3A0-8D627451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1. 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E0DCD9-90A9-4A46-B4E5-1FD858084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87" y="1873624"/>
            <a:ext cx="9720073" cy="4023360"/>
          </a:xfrm>
        </p:spPr>
        <p:txBody>
          <a:bodyPr/>
          <a:lstStyle/>
          <a:p>
            <a:r>
              <a:rPr lang="fr-FR" dirty="0"/>
              <a:t>L'objectif est de mettre en place une infrastructure capable de collecter, transformer et stocker les données d'utilisation (métriques) et les événements du Cloud.</a:t>
            </a:r>
            <a:endParaRPr lang="fr-CM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6EAE78F6-02B2-40AE-BA87-C2138F7D7E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5071968"/>
              </p:ext>
            </p:extLst>
          </p:nvPr>
        </p:nvGraphicFramePr>
        <p:xfrm>
          <a:off x="755186" y="2644588"/>
          <a:ext cx="10549307" cy="3960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495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B80B79-0120-4A3F-A0E3-F906F047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2. Architecture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067448-9A6E-4CFC-B136-62897CEA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8" y="1810871"/>
            <a:ext cx="10970648" cy="4023360"/>
          </a:xfrm>
        </p:spPr>
        <p:txBody>
          <a:bodyPr/>
          <a:lstStyle/>
          <a:p>
            <a:r>
              <a:rPr lang="fr-FR" dirty="0"/>
              <a:t>L'architecture repose sur une séparation des tâches entre la capture des données et leur persistance.   </a:t>
            </a:r>
            <a:r>
              <a:rPr lang="fr-CM" b="1" dirty="0"/>
              <a:t>Composants Clés :</a:t>
            </a:r>
          </a:p>
          <a:p>
            <a:endParaRPr lang="fr-FR" dirty="0"/>
          </a:p>
          <a:p>
            <a:pPr marL="0" indent="0">
              <a:buNone/>
            </a:pPr>
            <a:endParaRPr lang="fr-CM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13C15FB-659D-47B3-A3B1-6E880D36A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675512"/>
              </p:ext>
            </p:extLst>
          </p:nvPr>
        </p:nvGraphicFramePr>
        <p:xfrm>
          <a:off x="737258" y="2554941"/>
          <a:ext cx="11167871" cy="4303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010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F9118-417F-4B2E-8CCB-752730CD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3. Spécifications Fonctionnelles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D30E9F2-FCEC-4ED2-9826-ECD0824FF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243309"/>
              </p:ext>
            </p:extLst>
          </p:nvPr>
        </p:nvGraphicFramePr>
        <p:xfrm>
          <a:off x="763960" y="2223246"/>
          <a:ext cx="10423992" cy="389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1996">
                  <a:extLst>
                    <a:ext uri="{9D8B030D-6E8A-4147-A177-3AD203B41FA5}">
                      <a16:colId xmlns:a16="http://schemas.microsoft.com/office/drawing/2014/main" val="2633490432"/>
                    </a:ext>
                  </a:extLst>
                </a:gridCol>
                <a:gridCol w="5211996">
                  <a:extLst>
                    <a:ext uri="{9D8B030D-6E8A-4147-A177-3AD203B41FA5}">
                      <a16:colId xmlns:a16="http://schemas.microsoft.com/office/drawing/2014/main" val="184169722"/>
                    </a:ext>
                  </a:extLst>
                </a:gridCol>
              </a:tblGrid>
              <a:tr h="515048">
                <a:tc>
                  <a:txBody>
                    <a:bodyPr/>
                    <a:lstStyle/>
                    <a:p>
                      <a:pPr rtl="0"/>
                      <a:r>
                        <a:rPr lang="fr-CM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Fonctionnalité</a:t>
                      </a:r>
                      <a:endParaRPr lang="fr-CM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CM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fr-CM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37900654"/>
                  </a:ext>
                </a:extLst>
              </a:tr>
              <a:tr h="846150">
                <a:tc>
                  <a:txBody>
                    <a:bodyPr/>
                    <a:lstStyle/>
                    <a:p>
                      <a:pPr rtl="0"/>
                      <a:r>
                        <a:rPr lang="fr-CM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Collecte de métriques</a:t>
                      </a:r>
                      <a:endParaRPr lang="fr-CM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Mesure de la consommation CPU, utilisation disque, trafic réseau.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13795007"/>
                  </a:ext>
                </a:extLst>
              </a:tr>
              <a:tr h="846150">
                <a:tc>
                  <a:txBody>
                    <a:bodyPr/>
                    <a:lstStyle/>
                    <a:p>
                      <a:pPr rtl="0"/>
                      <a:r>
                        <a:rPr lang="fr-CM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Gestion des Ressources</a:t>
                      </a:r>
                      <a:endParaRPr lang="fr-CM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Identification automatique des nouvelles instances ou volumes créés.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4561949"/>
                  </a:ext>
                </a:extLst>
              </a:tr>
              <a:tr h="846150">
                <a:tc>
                  <a:txBody>
                    <a:bodyPr/>
                    <a:lstStyle/>
                    <a:p>
                      <a:pPr rtl="0"/>
                      <a:r>
                        <a:rPr lang="fr-CM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Agrégation</a:t>
                      </a:r>
                      <a:endParaRPr lang="fr-CM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Calcul des moyennes, min, max sur des intervalles définis (ex: 1 min, 1 heure).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17538273"/>
                  </a:ext>
                </a:extLst>
              </a:tr>
              <a:tr h="846150">
                <a:tc>
                  <a:txBody>
                    <a:bodyPr/>
                    <a:lstStyle/>
                    <a:p>
                      <a:pPr rtl="0"/>
                      <a:r>
                        <a:rPr lang="fr-CM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Rétention</a:t>
                      </a:r>
                      <a:endParaRPr lang="fr-CM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Définition de politiques de conservation (ex: garder les données 30 jours).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83662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71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5C92B-D215-47D3-AFDE-F228CB6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4. Conception Détaillée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225D7-CC19-46AA-8D08-E410744B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22" y="1792941"/>
            <a:ext cx="9720073" cy="4023360"/>
          </a:xfrm>
        </p:spPr>
        <p:txBody>
          <a:bodyPr/>
          <a:lstStyle/>
          <a:p>
            <a:r>
              <a:rPr lang="fr-CM" dirty="0"/>
              <a:t>Flux de Données (Workflow)</a:t>
            </a:r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0E007C8B-5283-4077-AEB3-4E703C5CA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565418"/>
              </p:ext>
            </p:extLst>
          </p:nvPr>
        </p:nvGraphicFramePr>
        <p:xfrm>
          <a:off x="746222" y="2342279"/>
          <a:ext cx="10549307" cy="4515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55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CF400-5ED4-411F-BD74-BFF8E7AB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Modèle de Données Gnocchi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478447-EBA1-41C1-8B3B-5BF687082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87" y="1882589"/>
            <a:ext cx="9720073" cy="4023360"/>
          </a:xfrm>
        </p:spPr>
        <p:txBody>
          <a:bodyPr/>
          <a:lstStyle/>
          <a:p>
            <a:r>
              <a:rPr lang="fr-FR" dirty="0"/>
              <a:t>Gnocchi utilise trois concepts fondamentaux :</a:t>
            </a:r>
            <a:endParaRPr lang="fr-CM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23D4F56-3BB0-4F68-A8C6-F4FC36B9A7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05105"/>
              </p:ext>
            </p:extLst>
          </p:nvPr>
        </p:nvGraphicFramePr>
        <p:xfrm>
          <a:off x="463505" y="1571314"/>
          <a:ext cx="10841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778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3FBEC-D02B-4E6A-ABAB-7716F23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Environnement de Déploiement (Stack suggérée)</a:t>
            </a:r>
            <a:endParaRPr lang="fr-CM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05F9CC6-CE95-4E68-B0B0-268E3DB43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13294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6065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1BA1D-888C-478D-9D80-94CE4FD2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6. Sécurité et Performance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521E743-76AA-407A-BBFA-3565EC9A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7729860"/>
              </p:ext>
            </p:extLst>
          </p:nvPr>
        </p:nvGraphicFramePr>
        <p:xfrm>
          <a:off x="763962" y="2017059"/>
          <a:ext cx="10567426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494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73A028-2EEA-4C5E-BBED-2E53036A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C4772-10FF-45D0-A2BE-3108722E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11" y="2084832"/>
            <a:ext cx="10289330" cy="4023360"/>
          </a:xfrm>
        </p:spPr>
        <p:txBody>
          <a:bodyPr>
            <a:normAutofit lnSpcReduction="10000"/>
          </a:bodyPr>
          <a:lstStyle/>
          <a:p>
            <a:r>
              <a:rPr lang="fr-FR" sz="3600" dirty="0"/>
              <a:t>La mise en place du couple </a:t>
            </a:r>
            <a:r>
              <a:rPr lang="fr-FR" sz="3600" dirty="0" err="1"/>
              <a:t>Ceilometer</a:t>
            </a:r>
            <a:r>
              <a:rPr lang="fr-FR" sz="3600" dirty="0"/>
              <a:t> et Gnocchi représente la solution de référence pour relever les défis de la télémétrie dans un environnement Cloud moderne. En séparant la collecte (</a:t>
            </a:r>
            <a:r>
              <a:rPr lang="fr-FR" sz="3600" dirty="0" err="1"/>
              <a:t>Ceilometer</a:t>
            </a:r>
            <a:r>
              <a:rPr lang="fr-FR" sz="3600" dirty="0"/>
              <a:t>) du stockage de séries temporelles (Gnocchi), cette architecture garantit une excellente scalabilité et des performances optimales, même sous une charge importante de données.</a:t>
            </a:r>
            <a:endParaRPr lang="fr-CM" sz="3600" dirty="0"/>
          </a:p>
        </p:txBody>
      </p:sp>
    </p:spTree>
    <p:extLst>
      <p:ext uri="{BB962C8B-B14F-4D97-AF65-F5344CB8AC3E}">
        <p14:creationId xmlns:p14="http://schemas.microsoft.com/office/powerpoint/2010/main" val="3740780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43_TF22378848.potx" id="{64A03BB9-641C-4E3F-A694-C453BE723143}" vid="{428F3FFD-DDE8-4CA6-BE65-84BE1BF156D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intégrale</Template>
  <TotalTime>48</TotalTime>
  <Words>532</Words>
  <Application>Microsoft Office PowerPoint</Application>
  <PresentationFormat>Grand écran</PresentationFormat>
  <Paragraphs>61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Calibri</vt:lpstr>
      <vt:lpstr>Google Sans Text</vt:lpstr>
      <vt:lpstr>Tw Cen MT</vt:lpstr>
      <vt:lpstr>Tw Cen MT Condensed</vt:lpstr>
      <vt:lpstr>TwCenMT-Regular</vt:lpstr>
      <vt:lpstr>Wingdings 3</vt:lpstr>
      <vt:lpstr>Intégral</vt:lpstr>
      <vt:lpstr>Cahier de Conception</vt:lpstr>
      <vt:lpstr>1. Présentation du Projet</vt:lpstr>
      <vt:lpstr>2. Architecture Technique</vt:lpstr>
      <vt:lpstr>3. Spécifications Fonctionnelles</vt:lpstr>
      <vt:lpstr>4. Conception Détaillée</vt:lpstr>
      <vt:lpstr>Modèle de Données Gnocchi</vt:lpstr>
      <vt:lpstr>5. Environnement de Déploiement (Stack suggérée)</vt:lpstr>
      <vt:lpstr>6. Sécurité et Performance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Cahier de Conception</dc:title>
  <dc:creator>BRANDON POKEM</dc:creator>
  <cp:lastModifiedBy>RONICE MAMELEM DJANZE</cp:lastModifiedBy>
  <cp:revision>6</cp:revision>
  <dcterms:created xsi:type="dcterms:W3CDTF">2026-01-16T10:17:25Z</dcterms:created>
  <dcterms:modified xsi:type="dcterms:W3CDTF">2026-03-22T08:21:57Z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