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97" r:id="rId6"/>
    <p:sldId id="292" r:id="rId7"/>
    <p:sldId id="298" r:id="rId8"/>
    <p:sldId id="291" r:id="rId9"/>
    <p:sldId id="289" r:id="rId10"/>
    <p:sldId id="295" r:id="rId11"/>
    <p:sldId id="278" r:id="rId12"/>
    <p:sldId id="279" r:id="rId13"/>
    <p:sldId id="296" r:id="rId14"/>
    <p:sldId id="280" r:id="rId15"/>
    <p:sldId id="282" r:id="rId16"/>
    <p:sldId id="283" r:id="rId17"/>
    <p:sldId id="284" r:id="rId18"/>
    <p:sldId id="286" r:id="rId19"/>
    <p:sldId id="293" r:id="rId20"/>
    <p:sldId id="287" r:id="rId21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7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DB329F-4065-432C-B682-CA726641CCEF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M"/>
        </a:p>
      </dgm:t>
    </dgm:pt>
    <dgm:pt modelId="{B24B05AE-1004-4151-AB0D-0438FA5A8951}">
      <dgm:prSet phldrT="[Texte]" custT="1"/>
      <dgm:spPr/>
      <dgm:t>
        <a:bodyPr/>
        <a:lstStyle/>
        <a:p>
          <a:r>
            <a:rPr lang="fr-CM" sz="2800" dirty="0"/>
            <a:t>Introduction</a:t>
          </a:r>
        </a:p>
      </dgm:t>
    </dgm:pt>
    <dgm:pt modelId="{3D45F891-8F72-4D5B-AB89-E7FEAD2D12ED}" type="parTrans" cxnId="{07B5CE2B-DB87-4DE4-BF44-AB09C62DA9D8}">
      <dgm:prSet/>
      <dgm:spPr/>
      <dgm:t>
        <a:bodyPr/>
        <a:lstStyle/>
        <a:p>
          <a:endParaRPr lang="fr-CM"/>
        </a:p>
      </dgm:t>
    </dgm:pt>
    <dgm:pt modelId="{FA5ED5D1-2A56-41F0-AF45-0174656B288E}" type="sibTrans" cxnId="{07B5CE2B-DB87-4DE4-BF44-AB09C62DA9D8}">
      <dgm:prSet/>
      <dgm:spPr/>
      <dgm:t>
        <a:bodyPr/>
        <a:lstStyle/>
        <a:p>
          <a:endParaRPr lang="fr-CM"/>
        </a:p>
      </dgm:t>
    </dgm:pt>
    <dgm:pt modelId="{BB194F24-D1C3-4C9E-B13A-B652AE15C053}">
      <dgm:prSet phldrT="[Texte]" custT="1"/>
      <dgm:spPr/>
      <dgm:t>
        <a:bodyPr/>
        <a:lstStyle/>
        <a:p>
          <a:r>
            <a:rPr lang="fr-CM" sz="2800" dirty="0"/>
            <a:t>Objectifs du projet</a:t>
          </a:r>
        </a:p>
      </dgm:t>
    </dgm:pt>
    <dgm:pt modelId="{47E836D5-32FF-4DED-8629-661D95BB6936}" type="parTrans" cxnId="{0EBE3338-F1E0-45E9-A363-EDD3183958B0}">
      <dgm:prSet/>
      <dgm:spPr/>
      <dgm:t>
        <a:bodyPr/>
        <a:lstStyle/>
        <a:p>
          <a:endParaRPr lang="fr-CM"/>
        </a:p>
      </dgm:t>
    </dgm:pt>
    <dgm:pt modelId="{BA16A902-41DD-4E57-83FA-B3F5DF010EF6}" type="sibTrans" cxnId="{0EBE3338-F1E0-45E9-A363-EDD3183958B0}">
      <dgm:prSet/>
      <dgm:spPr/>
      <dgm:t>
        <a:bodyPr/>
        <a:lstStyle/>
        <a:p>
          <a:endParaRPr lang="fr-CM"/>
        </a:p>
      </dgm:t>
    </dgm:pt>
    <dgm:pt modelId="{65B94091-FC3D-40B8-B39C-FB6A99435985}">
      <dgm:prSet phldrT="[Texte]" custT="1"/>
      <dgm:spPr/>
      <dgm:t>
        <a:bodyPr/>
        <a:lstStyle/>
        <a:p>
          <a:r>
            <a:rPr lang="fr-CM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Besoins fonctionnels</a:t>
          </a:r>
        </a:p>
      </dgm:t>
    </dgm:pt>
    <dgm:pt modelId="{96B00C6D-4D67-4868-8482-8954B3EFFE6B}" type="parTrans" cxnId="{C58D5989-C298-4BFE-85EF-D13575E2648D}">
      <dgm:prSet/>
      <dgm:spPr/>
      <dgm:t>
        <a:bodyPr/>
        <a:lstStyle/>
        <a:p>
          <a:endParaRPr lang="fr-CM"/>
        </a:p>
      </dgm:t>
    </dgm:pt>
    <dgm:pt modelId="{A89FB081-2362-4F4C-903E-51F2E1876045}" type="sibTrans" cxnId="{C58D5989-C298-4BFE-85EF-D13575E2648D}">
      <dgm:prSet/>
      <dgm:spPr/>
      <dgm:t>
        <a:bodyPr/>
        <a:lstStyle/>
        <a:p>
          <a:endParaRPr lang="fr-CM"/>
        </a:p>
      </dgm:t>
    </dgm:pt>
    <dgm:pt modelId="{98F2CA81-370E-4EF6-9FC9-5E1CA44B99CC}">
      <dgm:prSet phldrT="[Texte]" custT="1"/>
      <dgm:spPr/>
      <dgm:t>
        <a:bodyPr/>
        <a:lstStyle/>
        <a:p>
          <a:r>
            <a:rPr lang="fr-CM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Services déployés</a:t>
          </a:r>
        </a:p>
      </dgm:t>
    </dgm:pt>
    <dgm:pt modelId="{06366437-B934-4A65-86E0-248C02834584}" type="parTrans" cxnId="{47BBC617-CB8D-4A8D-8507-6F041653A604}">
      <dgm:prSet/>
      <dgm:spPr/>
      <dgm:t>
        <a:bodyPr/>
        <a:lstStyle/>
        <a:p>
          <a:endParaRPr lang="fr-CM"/>
        </a:p>
      </dgm:t>
    </dgm:pt>
    <dgm:pt modelId="{8014D649-1CDC-4666-BA8F-9DDD6DC68EAC}" type="sibTrans" cxnId="{47BBC617-CB8D-4A8D-8507-6F041653A604}">
      <dgm:prSet/>
      <dgm:spPr/>
      <dgm:t>
        <a:bodyPr/>
        <a:lstStyle/>
        <a:p>
          <a:endParaRPr lang="fr-CM"/>
        </a:p>
      </dgm:t>
    </dgm:pt>
    <dgm:pt modelId="{DFAC2611-8F1A-404A-9D04-078A608AE714}">
      <dgm:prSet phldrT="[Texte]" custT="1"/>
      <dgm:spPr/>
      <dgm:t>
        <a:bodyPr/>
        <a:lstStyle/>
        <a:p>
          <a:r>
            <a:rPr lang="fr-CM" sz="2800" dirty="0"/>
            <a:t>Stack de Développement</a:t>
          </a:r>
          <a:endParaRPr lang="fr-CM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600AB8-1E4A-42C5-8523-FD49A0F2E54A}" type="parTrans" cxnId="{49CDE869-3E51-4CDC-BDB1-F91A78DB08A1}">
      <dgm:prSet/>
      <dgm:spPr/>
      <dgm:t>
        <a:bodyPr/>
        <a:lstStyle/>
        <a:p>
          <a:endParaRPr lang="fr-CM"/>
        </a:p>
      </dgm:t>
    </dgm:pt>
    <dgm:pt modelId="{A045F401-31A0-4C6B-AB9E-B7FAF4F11E7D}" type="sibTrans" cxnId="{49CDE869-3E51-4CDC-BDB1-F91A78DB08A1}">
      <dgm:prSet/>
      <dgm:spPr/>
      <dgm:t>
        <a:bodyPr/>
        <a:lstStyle/>
        <a:p>
          <a:endParaRPr lang="fr-CM"/>
        </a:p>
      </dgm:t>
    </dgm:pt>
    <dgm:pt modelId="{1A8EA902-9E30-42F3-BDE6-48AA0CF23798}">
      <dgm:prSet phldrT="[Texte]" custT="1"/>
      <dgm:spPr/>
      <dgm:t>
        <a:bodyPr/>
        <a:lstStyle/>
        <a:p>
          <a:r>
            <a:rPr lang="fr-CM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Démo et Conclusion</a:t>
          </a:r>
        </a:p>
      </dgm:t>
    </dgm:pt>
    <dgm:pt modelId="{CD680D16-FE11-449D-B4A0-D85F7B3B10F4}" type="parTrans" cxnId="{E3D3AAC3-9F91-4F12-B999-761282694BB9}">
      <dgm:prSet/>
      <dgm:spPr/>
      <dgm:t>
        <a:bodyPr/>
        <a:lstStyle/>
        <a:p>
          <a:endParaRPr lang="fr-CM"/>
        </a:p>
      </dgm:t>
    </dgm:pt>
    <dgm:pt modelId="{E0726676-1091-4FB7-A0B6-91495A8A61B2}" type="sibTrans" cxnId="{E3D3AAC3-9F91-4F12-B999-761282694BB9}">
      <dgm:prSet/>
      <dgm:spPr/>
      <dgm:t>
        <a:bodyPr/>
        <a:lstStyle/>
        <a:p>
          <a:endParaRPr lang="fr-CM"/>
        </a:p>
      </dgm:t>
    </dgm:pt>
    <dgm:pt modelId="{0612F2BF-0BAF-4524-BC14-DF727BF76BC1}" type="pres">
      <dgm:prSet presAssocID="{46DB329F-4065-432C-B682-CA726641CCEF}" presName="diagram" presStyleCnt="0">
        <dgm:presLayoutVars>
          <dgm:dir/>
          <dgm:resizeHandles val="exact"/>
        </dgm:presLayoutVars>
      </dgm:prSet>
      <dgm:spPr/>
    </dgm:pt>
    <dgm:pt modelId="{3412A839-35A0-4DDF-AEF2-CA2F2DD6BD87}" type="pres">
      <dgm:prSet presAssocID="{B24B05AE-1004-4151-AB0D-0438FA5A8951}" presName="node" presStyleLbl="node1" presStyleIdx="0" presStyleCnt="6">
        <dgm:presLayoutVars>
          <dgm:bulletEnabled val="1"/>
        </dgm:presLayoutVars>
      </dgm:prSet>
      <dgm:spPr/>
    </dgm:pt>
    <dgm:pt modelId="{26DB8B94-6157-416B-8339-BA81A5D420EE}" type="pres">
      <dgm:prSet presAssocID="{FA5ED5D1-2A56-41F0-AF45-0174656B288E}" presName="sibTrans" presStyleLbl="sibTrans2D1" presStyleIdx="0" presStyleCnt="5"/>
      <dgm:spPr/>
    </dgm:pt>
    <dgm:pt modelId="{F80F3A6C-5509-4578-905D-1E3544B33549}" type="pres">
      <dgm:prSet presAssocID="{FA5ED5D1-2A56-41F0-AF45-0174656B288E}" presName="connectorText" presStyleLbl="sibTrans2D1" presStyleIdx="0" presStyleCnt="5"/>
      <dgm:spPr/>
    </dgm:pt>
    <dgm:pt modelId="{8427B0A2-E7F9-473C-A3C8-1E93B7345FCD}" type="pres">
      <dgm:prSet presAssocID="{BB194F24-D1C3-4C9E-B13A-B652AE15C053}" presName="node" presStyleLbl="node1" presStyleIdx="1" presStyleCnt="6" custScaleX="118921">
        <dgm:presLayoutVars>
          <dgm:bulletEnabled val="1"/>
        </dgm:presLayoutVars>
      </dgm:prSet>
      <dgm:spPr/>
    </dgm:pt>
    <dgm:pt modelId="{6DDD0369-1C4C-4C35-9CD2-17CE723817D5}" type="pres">
      <dgm:prSet presAssocID="{BA16A902-41DD-4E57-83FA-B3F5DF010EF6}" presName="sibTrans" presStyleLbl="sibTrans2D1" presStyleIdx="1" presStyleCnt="5"/>
      <dgm:spPr/>
    </dgm:pt>
    <dgm:pt modelId="{011DB005-22E0-4FD2-9176-17F361F35AE6}" type="pres">
      <dgm:prSet presAssocID="{BA16A902-41DD-4E57-83FA-B3F5DF010EF6}" presName="connectorText" presStyleLbl="sibTrans2D1" presStyleIdx="1" presStyleCnt="5"/>
      <dgm:spPr/>
    </dgm:pt>
    <dgm:pt modelId="{0CE6B18D-D97F-469E-8A25-AB75756C1462}" type="pres">
      <dgm:prSet presAssocID="{65B94091-FC3D-40B8-B39C-FB6A99435985}" presName="node" presStyleLbl="node1" presStyleIdx="2" presStyleCnt="6">
        <dgm:presLayoutVars>
          <dgm:bulletEnabled val="1"/>
        </dgm:presLayoutVars>
      </dgm:prSet>
      <dgm:spPr/>
    </dgm:pt>
    <dgm:pt modelId="{84265C8C-FE9A-41DA-A9CC-2804226E0E0B}" type="pres">
      <dgm:prSet presAssocID="{A89FB081-2362-4F4C-903E-51F2E1876045}" presName="sibTrans" presStyleLbl="sibTrans2D1" presStyleIdx="2" presStyleCnt="5"/>
      <dgm:spPr/>
    </dgm:pt>
    <dgm:pt modelId="{83B51923-A40D-48CC-8FC8-5856B24DAD6B}" type="pres">
      <dgm:prSet presAssocID="{A89FB081-2362-4F4C-903E-51F2E1876045}" presName="connectorText" presStyleLbl="sibTrans2D1" presStyleIdx="2" presStyleCnt="5"/>
      <dgm:spPr/>
    </dgm:pt>
    <dgm:pt modelId="{1878E6A2-730B-432D-8D64-B9C33E6CA09C}" type="pres">
      <dgm:prSet presAssocID="{98F2CA81-370E-4EF6-9FC9-5E1CA44B99CC}" presName="node" presStyleLbl="node1" presStyleIdx="3" presStyleCnt="6">
        <dgm:presLayoutVars>
          <dgm:bulletEnabled val="1"/>
        </dgm:presLayoutVars>
      </dgm:prSet>
      <dgm:spPr/>
    </dgm:pt>
    <dgm:pt modelId="{90FAD519-ADB6-4382-9053-ED6BC025ADE9}" type="pres">
      <dgm:prSet presAssocID="{8014D649-1CDC-4666-BA8F-9DDD6DC68EAC}" presName="sibTrans" presStyleLbl="sibTrans2D1" presStyleIdx="3" presStyleCnt="5"/>
      <dgm:spPr/>
    </dgm:pt>
    <dgm:pt modelId="{F7726F00-AD15-4C7F-8479-DA73FE8D19AE}" type="pres">
      <dgm:prSet presAssocID="{8014D649-1CDC-4666-BA8F-9DDD6DC68EAC}" presName="connectorText" presStyleLbl="sibTrans2D1" presStyleIdx="3" presStyleCnt="5"/>
      <dgm:spPr/>
    </dgm:pt>
    <dgm:pt modelId="{6BB50A06-BA1E-4120-AF2B-B1103ED2CA45}" type="pres">
      <dgm:prSet presAssocID="{DFAC2611-8F1A-404A-9D04-078A608AE714}" presName="node" presStyleLbl="node1" presStyleIdx="4" presStyleCnt="6" custScaleX="110414">
        <dgm:presLayoutVars>
          <dgm:bulletEnabled val="1"/>
        </dgm:presLayoutVars>
      </dgm:prSet>
      <dgm:spPr/>
    </dgm:pt>
    <dgm:pt modelId="{0E342CEE-59D8-44A6-B48B-9FB8EE1A6AE9}" type="pres">
      <dgm:prSet presAssocID="{A045F401-31A0-4C6B-AB9E-B7FAF4F11E7D}" presName="sibTrans" presStyleLbl="sibTrans2D1" presStyleIdx="4" presStyleCnt="5"/>
      <dgm:spPr/>
    </dgm:pt>
    <dgm:pt modelId="{BC93430B-5714-4331-9C79-770F0815D8D2}" type="pres">
      <dgm:prSet presAssocID="{A045F401-31A0-4C6B-AB9E-B7FAF4F11E7D}" presName="connectorText" presStyleLbl="sibTrans2D1" presStyleIdx="4" presStyleCnt="5"/>
      <dgm:spPr/>
    </dgm:pt>
    <dgm:pt modelId="{CDB92376-0AF7-453F-BE0B-197A8E2B5546}" type="pres">
      <dgm:prSet presAssocID="{1A8EA902-9E30-42F3-BDE6-48AA0CF23798}" presName="node" presStyleLbl="node1" presStyleIdx="5" presStyleCnt="6" custScaleX="109449">
        <dgm:presLayoutVars>
          <dgm:bulletEnabled val="1"/>
        </dgm:presLayoutVars>
      </dgm:prSet>
      <dgm:spPr/>
    </dgm:pt>
  </dgm:ptLst>
  <dgm:cxnLst>
    <dgm:cxn modelId="{47BBC617-CB8D-4A8D-8507-6F041653A604}" srcId="{46DB329F-4065-432C-B682-CA726641CCEF}" destId="{98F2CA81-370E-4EF6-9FC9-5E1CA44B99CC}" srcOrd="3" destOrd="0" parTransId="{06366437-B934-4A65-86E0-248C02834584}" sibTransId="{8014D649-1CDC-4666-BA8F-9DDD6DC68EAC}"/>
    <dgm:cxn modelId="{60492525-87C2-4C50-90C2-A4B350458D4B}" type="presOf" srcId="{A045F401-31A0-4C6B-AB9E-B7FAF4F11E7D}" destId="{BC93430B-5714-4331-9C79-770F0815D8D2}" srcOrd="1" destOrd="0" presId="urn:microsoft.com/office/officeart/2005/8/layout/process5"/>
    <dgm:cxn modelId="{07B5CE2B-DB87-4DE4-BF44-AB09C62DA9D8}" srcId="{46DB329F-4065-432C-B682-CA726641CCEF}" destId="{B24B05AE-1004-4151-AB0D-0438FA5A8951}" srcOrd="0" destOrd="0" parTransId="{3D45F891-8F72-4D5B-AB89-E7FEAD2D12ED}" sibTransId="{FA5ED5D1-2A56-41F0-AF45-0174656B288E}"/>
    <dgm:cxn modelId="{5E859B2E-CE9B-417B-B106-D5A2F939D8E6}" type="presOf" srcId="{1A8EA902-9E30-42F3-BDE6-48AA0CF23798}" destId="{CDB92376-0AF7-453F-BE0B-197A8E2B5546}" srcOrd="0" destOrd="0" presId="urn:microsoft.com/office/officeart/2005/8/layout/process5"/>
    <dgm:cxn modelId="{0EBE3338-F1E0-45E9-A363-EDD3183958B0}" srcId="{46DB329F-4065-432C-B682-CA726641CCEF}" destId="{BB194F24-D1C3-4C9E-B13A-B652AE15C053}" srcOrd="1" destOrd="0" parTransId="{47E836D5-32FF-4DED-8629-661D95BB6936}" sibTransId="{BA16A902-41DD-4E57-83FA-B3F5DF010EF6}"/>
    <dgm:cxn modelId="{BED39E49-9925-431D-ABA2-D515053CE53F}" type="presOf" srcId="{A045F401-31A0-4C6B-AB9E-B7FAF4F11E7D}" destId="{0E342CEE-59D8-44A6-B48B-9FB8EE1A6AE9}" srcOrd="0" destOrd="0" presId="urn:microsoft.com/office/officeart/2005/8/layout/process5"/>
    <dgm:cxn modelId="{49CDE869-3E51-4CDC-BDB1-F91A78DB08A1}" srcId="{46DB329F-4065-432C-B682-CA726641CCEF}" destId="{DFAC2611-8F1A-404A-9D04-078A608AE714}" srcOrd="4" destOrd="0" parTransId="{93600AB8-1E4A-42C5-8523-FD49A0F2E54A}" sibTransId="{A045F401-31A0-4C6B-AB9E-B7FAF4F11E7D}"/>
    <dgm:cxn modelId="{BBC8EC69-CFCA-4053-85E2-58C9E4EDC68D}" type="presOf" srcId="{65B94091-FC3D-40B8-B39C-FB6A99435985}" destId="{0CE6B18D-D97F-469E-8A25-AB75756C1462}" srcOrd="0" destOrd="0" presId="urn:microsoft.com/office/officeart/2005/8/layout/process5"/>
    <dgm:cxn modelId="{C787CE4D-97CC-4C4A-AE69-07F9C9560808}" type="presOf" srcId="{FA5ED5D1-2A56-41F0-AF45-0174656B288E}" destId="{26DB8B94-6157-416B-8339-BA81A5D420EE}" srcOrd="0" destOrd="0" presId="urn:microsoft.com/office/officeart/2005/8/layout/process5"/>
    <dgm:cxn modelId="{C600A176-2013-42EA-8FD5-AEA217DAE2EA}" type="presOf" srcId="{BA16A902-41DD-4E57-83FA-B3F5DF010EF6}" destId="{6DDD0369-1C4C-4C35-9CD2-17CE723817D5}" srcOrd="0" destOrd="0" presId="urn:microsoft.com/office/officeart/2005/8/layout/process5"/>
    <dgm:cxn modelId="{3ED5A77B-1E8B-436F-96FD-179B5D283541}" type="presOf" srcId="{98F2CA81-370E-4EF6-9FC9-5E1CA44B99CC}" destId="{1878E6A2-730B-432D-8D64-B9C33E6CA09C}" srcOrd="0" destOrd="0" presId="urn:microsoft.com/office/officeart/2005/8/layout/process5"/>
    <dgm:cxn modelId="{BD2BD97B-0F1C-49F6-84F3-156F71B082F3}" type="presOf" srcId="{8014D649-1CDC-4666-BA8F-9DDD6DC68EAC}" destId="{F7726F00-AD15-4C7F-8479-DA73FE8D19AE}" srcOrd="1" destOrd="0" presId="urn:microsoft.com/office/officeart/2005/8/layout/process5"/>
    <dgm:cxn modelId="{0C1E7685-EDE7-44F7-9F11-281ADF0BBED0}" type="presOf" srcId="{FA5ED5D1-2A56-41F0-AF45-0174656B288E}" destId="{F80F3A6C-5509-4578-905D-1E3544B33549}" srcOrd="1" destOrd="0" presId="urn:microsoft.com/office/officeart/2005/8/layout/process5"/>
    <dgm:cxn modelId="{C58D5989-C298-4BFE-85EF-D13575E2648D}" srcId="{46DB329F-4065-432C-B682-CA726641CCEF}" destId="{65B94091-FC3D-40B8-B39C-FB6A99435985}" srcOrd="2" destOrd="0" parTransId="{96B00C6D-4D67-4868-8482-8954B3EFFE6B}" sibTransId="{A89FB081-2362-4F4C-903E-51F2E1876045}"/>
    <dgm:cxn modelId="{20EC0C96-9DC2-45A5-9134-62FFED4C4AE4}" type="presOf" srcId="{A89FB081-2362-4F4C-903E-51F2E1876045}" destId="{83B51923-A40D-48CC-8FC8-5856B24DAD6B}" srcOrd="1" destOrd="0" presId="urn:microsoft.com/office/officeart/2005/8/layout/process5"/>
    <dgm:cxn modelId="{F0651EA3-10A9-4492-826C-16D6579412FD}" type="presOf" srcId="{8014D649-1CDC-4666-BA8F-9DDD6DC68EAC}" destId="{90FAD519-ADB6-4382-9053-ED6BC025ADE9}" srcOrd="0" destOrd="0" presId="urn:microsoft.com/office/officeart/2005/8/layout/process5"/>
    <dgm:cxn modelId="{83C1FCA7-5A8C-4483-87D9-5DCB2F2D4149}" type="presOf" srcId="{A89FB081-2362-4F4C-903E-51F2E1876045}" destId="{84265C8C-FE9A-41DA-A9CC-2804226E0E0B}" srcOrd="0" destOrd="0" presId="urn:microsoft.com/office/officeart/2005/8/layout/process5"/>
    <dgm:cxn modelId="{E3D3AAC3-9F91-4F12-B999-761282694BB9}" srcId="{46DB329F-4065-432C-B682-CA726641CCEF}" destId="{1A8EA902-9E30-42F3-BDE6-48AA0CF23798}" srcOrd="5" destOrd="0" parTransId="{CD680D16-FE11-449D-B4A0-D85F7B3B10F4}" sibTransId="{E0726676-1091-4FB7-A0B6-91495A8A61B2}"/>
    <dgm:cxn modelId="{52A84CC6-9EC3-4AEA-8254-ADE3C5B54E19}" type="presOf" srcId="{46DB329F-4065-432C-B682-CA726641CCEF}" destId="{0612F2BF-0BAF-4524-BC14-DF727BF76BC1}" srcOrd="0" destOrd="0" presId="urn:microsoft.com/office/officeart/2005/8/layout/process5"/>
    <dgm:cxn modelId="{4ACD1ECC-D212-40B9-A059-72C6BC5B6693}" type="presOf" srcId="{BA16A902-41DD-4E57-83FA-B3F5DF010EF6}" destId="{011DB005-22E0-4FD2-9176-17F361F35AE6}" srcOrd="1" destOrd="0" presId="urn:microsoft.com/office/officeart/2005/8/layout/process5"/>
    <dgm:cxn modelId="{198EB6D6-B172-4F0B-B588-6ABF23DB2CF5}" type="presOf" srcId="{DFAC2611-8F1A-404A-9D04-078A608AE714}" destId="{6BB50A06-BA1E-4120-AF2B-B1103ED2CA45}" srcOrd="0" destOrd="0" presId="urn:microsoft.com/office/officeart/2005/8/layout/process5"/>
    <dgm:cxn modelId="{19D051DE-551C-416E-AFD1-472EBEA3BCF6}" type="presOf" srcId="{B24B05AE-1004-4151-AB0D-0438FA5A8951}" destId="{3412A839-35A0-4DDF-AEF2-CA2F2DD6BD87}" srcOrd="0" destOrd="0" presId="urn:microsoft.com/office/officeart/2005/8/layout/process5"/>
    <dgm:cxn modelId="{992BFCEE-4593-4A47-89E4-5C0902628117}" type="presOf" srcId="{BB194F24-D1C3-4C9E-B13A-B652AE15C053}" destId="{8427B0A2-E7F9-473C-A3C8-1E93B7345FCD}" srcOrd="0" destOrd="0" presId="urn:microsoft.com/office/officeart/2005/8/layout/process5"/>
    <dgm:cxn modelId="{BF885E3C-2546-4C19-B69B-A4312AEABD18}" type="presParOf" srcId="{0612F2BF-0BAF-4524-BC14-DF727BF76BC1}" destId="{3412A839-35A0-4DDF-AEF2-CA2F2DD6BD87}" srcOrd="0" destOrd="0" presId="urn:microsoft.com/office/officeart/2005/8/layout/process5"/>
    <dgm:cxn modelId="{2A0C6F36-9BFA-422C-A39D-1917F59027A6}" type="presParOf" srcId="{0612F2BF-0BAF-4524-BC14-DF727BF76BC1}" destId="{26DB8B94-6157-416B-8339-BA81A5D420EE}" srcOrd="1" destOrd="0" presId="urn:microsoft.com/office/officeart/2005/8/layout/process5"/>
    <dgm:cxn modelId="{CD05F521-DB63-4270-87A9-CBBD13162A9E}" type="presParOf" srcId="{26DB8B94-6157-416B-8339-BA81A5D420EE}" destId="{F80F3A6C-5509-4578-905D-1E3544B33549}" srcOrd="0" destOrd="0" presId="urn:microsoft.com/office/officeart/2005/8/layout/process5"/>
    <dgm:cxn modelId="{2CD7DD42-5900-4252-86FF-B53D6EB24046}" type="presParOf" srcId="{0612F2BF-0BAF-4524-BC14-DF727BF76BC1}" destId="{8427B0A2-E7F9-473C-A3C8-1E93B7345FCD}" srcOrd="2" destOrd="0" presId="urn:microsoft.com/office/officeart/2005/8/layout/process5"/>
    <dgm:cxn modelId="{D0E4A0FF-BA3C-402F-82EB-64EAAE07F313}" type="presParOf" srcId="{0612F2BF-0BAF-4524-BC14-DF727BF76BC1}" destId="{6DDD0369-1C4C-4C35-9CD2-17CE723817D5}" srcOrd="3" destOrd="0" presId="urn:microsoft.com/office/officeart/2005/8/layout/process5"/>
    <dgm:cxn modelId="{9B34266D-A3B2-4151-AA87-61554C130244}" type="presParOf" srcId="{6DDD0369-1C4C-4C35-9CD2-17CE723817D5}" destId="{011DB005-22E0-4FD2-9176-17F361F35AE6}" srcOrd="0" destOrd="0" presId="urn:microsoft.com/office/officeart/2005/8/layout/process5"/>
    <dgm:cxn modelId="{1EE9EBDA-4898-40AB-903C-0F24B9C24438}" type="presParOf" srcId="{0612F2BF-0BAF-4524-BC14-DF727BF76BC1}" destId="{0CE6B18D-D97F-469E-8A25-AB75756C1462}" srcOrd="4" destOrd="0" presId="urn:microsoft.com/office/officeart/2005/8/layout/process5"/>
    <dgm:cxn modelId="{2B0F70D9-BFF3-4140-A060-7F414B5E4FA3}" type="presParOf" srcId="{0612F2BF-0BAF-4524-BC14-DF727BF76BC1}" destId="{84265C8C-FE9A-41DA-A9CC-2804226E0E0B}" srcOrd="5" destOrd="0" presId="urn:microsoft.com/office/officeart/2005/8/layout/process5"/>
    <dgm:cxn modelId="{D99BD24A-774E-4BF7-80D0-BFDC44648B5C}" type="presParOf" srcId="{84265C8C-FE9A-41DA-A9CC-2804226E0E0B}" destId="{83B51923-A40D-48CC-8FC8-5856B24DAD6B}" srcOrd="0" destOrd="0" presId="urn:microsoft.com/office/officeart/2005/8/layout/process5"/>
    <dgm:cxn modelId="{EC742F6F-4872-4269-8086-4BB0583C6589}" type="presParOf" srcId="{0612F2BF-0BAF-4524-BC14-DF727BF76BC1}" destId="{1878E6A2-730B-432D-8D64-B9C33E6CA09C}" srcOrd="6" destOrd="0" presId="urn:microsoft.com/office/officeart/2005/8/layout/process5"/>
    <dgm:cxn modelId="{85755B6B-0397-4BF2-BF62-1D3380F6578F}" type="presParOf" srcId="{0612F2BF-0BAF-4524-BC14-DF727BF76BC1}" destId="{90FAD519-ADB6-4382-9053-ED6BC025ADE9}" srcOrd="7" destOrd="0" presId="urn:microsoft.com/office/officeart/2005/8/layout/process5"/>
    <dgm:cxn modelId="{067FFC24-0FB8-4C87-8A42-428FB6954EBE}" type="presParOf" srcId="{90FAD519-ADB6-4382-9053-ED6BC025ADE9}" destId="{F7726F00-AD15-4C7F-8479-DA73FE8D19AE}" srcOrd="0" destOrd="0" presId="urn:microsoft.com/office/officeart/2005/8/layout/process5"/>
    <dgm:cxn modelId="{191CD753-ED7A-49AA-91E3-02F72E623955}" type="presParOf" srcId="{0612F2BF-0BAF-4524-BC14-DF727BF76BC1}" destId="{6BB50A06-BA1E-4120-AF2B-B1103ED2CA45}" srcOrd="8" destOrd="0" presId="urn:microsoft.com/office/officeart/2005/8/layout/process5"/>
    <dgm:cxn modelId="{B01CE361-9DF5-41EE-8C16-A2646773AC76}" type="presParOf" srcId="{0612F2BF-0BAF-4524-BC14-DF727BF76BC1}" destId="{0E342CEE-59D8-44A6-B48B-9FB8EE1A6AE9}" srcOrd="9" destOrd="0" presId="urn:microsoft.com/office/officeart/2005/8/layout/process5"/>
    <dgm:cxn modelId="{8BFC74AC-9CD3-434E-ABC3-FF808F21CB10}" type="presParOf" srcId="{0E342CEE-59D8-44A6-B48B-9FB8EE1A6AE9}" destId="{BC93430B-5714-4331-9C79-770F0815D8D2}" srcOrd="0" destOrd="0" presId="urn:microsoft.com/office/officeart/2005/8/layout/process5"/>
    <dgm:cxn modelId="{288D1F20-E4B9-45EC-B0EC-5169E3DF2E92}" type="presParOf" srcId="{0612F2BF-0BAF-4524-BC14-DF727BF76BC1}" destId="{CDB92376-0AF7-453F-BE0B-197A8E2B5546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BC9DEB-8377-4386-AE7D-FD4B94764354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fr-CM"/>
        </a:p>
      </dgm:t>
    </dgm:pt>
    <dgm:pt modelId="{CAD5F479-9349-4A5D-B19B-6AA1FCA250BE}">
      <dgm:prSet/>
      <dgm:spPr/>
      <dgm:t>
        <a:bodyPr/>
        <a:lstStyle/>
        <a:p>
          <a:r>
            <a:rPr lang="fr-CM" dirty="0"/>
            <a:t>Afficher la liste des projets</a:t>
          </a:r>
        </a:p>
      </dgm:t>
    </dgm:pt>
    <dgm:pt modelId="{2540A25B-B99E-4DCE-913A-CF37A9937E95}" type="parTrans" cxnId="{5663AA01-6B8D-4AEC-9F1D-81501F462859}">
      <dgm:prSet/>
      <dgm:spPr/>
      <dgm:t>
        <a:bodyPr/>
        <a:lstStyle/>
        <a:p>
          <a:endParaRPr lang="fr-CM"/>
        </a:p>
      </dgm:t>
    </dgm:pt>
    <dgm:pt modelId="{8D4D8076-0B20-46E1-BB43-1DA332703004}" type="sibTrans" cxnId="{5663AA01-6B8D-4AEC-9F1D-81501F462859}">
      <dgm:prSet/>
      <dgm:spPr/>
      <dgm:t>
        <a:bodyPr/>
        <a:lstStyle/>
        <a:p>
          <a:endParaRPr lang="fr-CM"/>
        </a:p>
      </dgm:t>
    </dgm:pt>
    <dgm:pt modelId="{68B3FD89-455D-4416-B028-075CFE88DFE1}">
      <dgm:prSet phldrT="[Texte]"/>
      <dgm:spPr/>
      <dgm:t>
        <a:bodyPr/>
        <a:lstStyle/>
        <a:p>
          <a:r>
            <a:rPr lang="fr-CM" dirty="0"/>
            <a:t>Afficher les détails d’un projet</a:t>
          </a:r>
        </a:p>
      </dgm:t>
    </dgm:pt>
    <dgm:pt modelId="{77DC19BF-5ED1-43FA-830F-C449AA055384}" type="parTrans" cxnId="{26BEBD5E-A4DA-490A-99FA-3EE2DD601D86}">
      <dgm:prSet/>
      <dgm:spPr/>
      <dgm:t>
        <a:bodyPr/>
        <a:lstStyle/>
        <a:p>
          <a:endParaRPr lang="fr-CM"/>
        </a:p>
      </dgm:t>
    </dgm:pt>
    <dgm:pt modelId="{C9ED8A4C-98DC-4492-97B7-EB86521D179D}" type="sibTrans" cxnId="{26BEBD5E-A4DA-490A-99FA-3EE2DD601D86}">
      <dgm:prSet/>
      <dgm:spPr/>
      <dgm:t>
        <a:bodyPr/>
        <a:lstStyle/>
        <a:p>
          <a:endParaRPr lang="fr-CM"/>
        </a:p>
      </dgm:t>
    </dgm:pt>
    <dgm:pt modelId="{474AC6C8-CD2D-424F-92EC-06DCAE16157B}">
      <dgm:prSet phldrT="[Texte]"/>
      <dgm:spPr/>
      <dgm:t>
        <a:bodyPr/>
        <a:lstStyle/>
        <a:p>
          <a:r>
            <a:rPr lang="fr-CM" dirty="0"/>
            <a:t>Afficher les détails d’une ressource</a:t>
          </a:r>
        </a:p>
      </dgm:t>
    </dgm:pt>
    <dgm:pt modelId="{5C616836-F211-45AD-9DC5-25A686A030BE}" type="parTrans" cxnId="{4858990C-3B35-46D9-BDBC-BAE4D3CA8CDA}">
      <dgm:prSet/>
      <dgm:spPr/>
      <dgm:t>
        <a:bodyPr/>
        <a:lstStyle/>
        <a:p>
          <a:endParaRPr lang="fr-CM"/>
        </a:p>
      </dgm:t>
    </dgm:pt>
    <dgm:pt modelId="{756A7815-695D-4250-AB16-3EC168071779}" type="sibTrans" cxnId="{4858990C-3B35-46D9-BDBC-BAE4D3CA8CDA}">
      <dgm:prSet/>
      <dgm:spPr/>
      <dgm:t>
        <a:bodyPr/>
        <a:lstStyle/>
        <a:p>
          <a:endParaRPr lang="fr-CM"/>
        </a:p>
      </dgm:t>
    </dgm:pt>
    <dgm:pt modelId="{2E23E316-AF59-41B8-BE5F-50AA0BAD6E57}">
      <dgm:prSet phldrT="[Texte]"/>
      <dgm:spPr/>
      <dgm:t>
        <a:bodyPr/>
        <a:lstStyle/>
        <a:p>
          <a:r>
            <a:rPr lang="fr-CM" dirty="0"/>
            <a:t>Afficher les métriques d’une ressource</a:t>
          </a:r>
        </a:p>
      </dgm:t>
    </dgm:pt>
    <dgm:pt modelId="{04922416-79A2-437A-8AEE-05F9289D4466}" type="parTrans" cxnId="{5B162B74-B522-4BC4-AC2C-DAF66A9A3F92}">
      <dgm:prSet/>
      <dgm:spPr/>
      <dgm:t>
        <a:bodyPr/>
        <a:lstStyle/>
        <a:p>
          <a:endParaRPr lang="fr-CM"/>
        </a:p>
      </dgm:t>
    </dgm:pt>
    <dgm:pt modelId="{3666775D-A745-4078-A833-7C7653103817}" type="sibTrans" cxnId="{5B162B74-B522-4BC4-AC2C-DAF66A9A3F92}">
      <dgm:prSet/>
      <dgm:spPr/>
      <dgm:t>
        <a:bodyPr/>
        <a:lstStyle/>
        <a:p>
          <a:endParaRPr lang="fr-CM"/>
        </a:p>
      </dgm:t>
    </dgm:pt>
    <dgm:pt modelId="{8CB17D9E-9829-4D8E-B3B9-026A1C69E79D}">
      <dgm:prSet phldrT="[Texte]"/>
      <dgm:spPr/>
      <dgm:t>
        <a:bodyPr/>
        <a:lstStyle/>
        <a:p>
          <a:r>
            <a:rPr lang="fr-CM" dirty="0"/>
            <a:t>Créer une alarme </a:t>
          </a:r>
        </a:p>
      </dgm:t>
    </dgm:pt>
    <dgm:pt modelId="{7EBFFEDD-C076-410B-92DA-6C45A415A4D1}" type="parTrans" cxnId="{B01A7F73-E8D3-42B3-9345-FE25AB8F78B6}">
      <dgm:prSet/>
      <dgm:spPr/>
      <dgm:t>
        <a:bodyPr/>
        <a:lstStyle/>
        <a:p>
          <a:endParaRPr lang="fr-CM"/>
        </a:p>
      </dgm:t>
    </dgm:pt>
    <dgm:pt modelId="{AE67B172-5EFC-4025-BC07-9BD1ECF2D050}" type="sibTrans" cxnId="{B01A7F73-E8D3-42B3-9345-FE25AB8F78B6}">
      <dgm:prSet/>
      <dgm:spPr/>
      <dgm:t>
        <a:bodyPr/>
        <a:lstStyle/>
        <a:p>
          <a:endParaRPr lang="fr-CM"/>
        </a:p>
      </dgm:t>
    </dgm:pt>
    <dgm:pt modelId="{A4E880D2-AA56-4736-96EF-E917F873FD78}">
      <dgm:prSet phldrT="[Texte]"/>
      <dgm:spPr/>
      <dgm:t>
        <a:bodyPr/>
        <a:lstStyle/>
        <a:p>
          <a:r>
            <a:rPr lang="fr-CM" dirty="0"/>
            <a:t>Afficher la liste des alarmes</a:t>
          </a:r>
        </a:p>
      </dgm:t>
    </dgm:pt>
    <dgm:pt modelId="{28448874-D495-44D3-BED7-2B6653F8DD9C}" type="parTrans" cxnId="{9D026B11-5672-49C4-8CC1-255EFD0BD300}">
      <dgm:prSet/>
      <dgm:spPr/>
      <dgm:t>
        <a:bodyPr/>
        <a:lstStyle/>
        <a:p>
          <a:endParaRPr lang="fr-CM"/>
        </a:p>
      </dgm:t>
    </dgm:pt>
    <dgm:pt modelId="{FF1618EC-BC7A-43C5-B97F-44C4F6810020}" type="sibTrans" cxnId="{9D026B11-5672-49C4-8CC1-255EFD0BD300}">
      <dgm:prSet/>
      <dgm:spPr/>
      <dgm:t>
        <a:bodyPr/>
        <a:lstStyle/>
        <a:p>
          <a:endParaRPr lang="fr-CM"/>
        </a:p>
      </dgm:t>
    </dgm:pt>
    <dgm:pt modelId="{F39DDD8F-249F-4022-9D11-73AE7ED89CAC}" type="pres">
      <dgm:prSet presAssocID="{28BC9DEB-8377-4386-AE7D-FD4B94764354}" presName="Name0" presStyleCnt="0">
        <dgm:presLayoutVars>
          <dgm:chMax val="7"/>
          <dgm:chPref val="7"/>
          <dgm:dir/>
        </dgm:presLayoutVars>
      </dgm:prSet>
      <dgm:spPr/>
    </dgm:pt>
    <dgm:pt modelId="{3A4F6E71-C86D-4360-90DE-17705A9E8AE6}" type="pres">
      <dgm:prSet presAssocID="{28BC9DEB-8377-4386-AE7D-FD4B94764354}" presName="Name1" presStyleCnt="0"/>
      <dgm:spPr/>
    </dgm:pt>
    <dgm:pt modelId="{190D553E-CE52-4FAE-828F-2A3F900E38BB}" type="pres">
      <dgm:prSet presAssocID="{28BC9DEB-8377-4386-AE7D-FD4B94764354}" presName="cycle" presStyleCnt="0"/>
      <dgm:spPr/>
    </dgm:pt>
    <dgm:pt modelId="{26558EE2-DC09-4CDD-AA40-5D03214E38C0}" type="pres">
      <dgm:prSet presAssocID="{28BC9DEB-8377-4386-AE7D-FD4B94764354}" presName="srcNode" presStyleLbl="node1" presStyleIdx="0" presStyleCnt="6"/>
      <dgm:spPr/>
    </dgm:pt>
    <dgm:pt modelId="{09D8A080-17B3-4CC4-A46E-EAC9813A7907}" type="pres">
      <dgm:prSet presAssocID="{28BC9DEB-8377-4386-AE7D-FD4B94764354}" presName="conn" presStyleLbl="parChTrans1D2" presStyleIdx="0" presStyleCnt="1"/>
      <dgm:spPr/>
    </dgm:pt>
    <dgm:pt modelId="{5D05EB06-04B0-446B-95DB-81BD53C2807F}" type="pres">
      <dgm:prSet presAssocID="{28BC9DEB-8377-4386-AE7D-FD4B94764354}" presName="extraNode" presStyleLbl="node1" presStyleIdx="0" presStyleCnt="6"/>
      <dgm:spPr/>
    </dgm:pt>
    <dgm:pt modelId="{F68859BD-DC03-4D84-8F76-D668A6C42D33}" type="pres">
      <dgm:prSet presAssocID="{28BC9DEB-8377-4386-AE7D-FD4B94764354}" presName="dstNode" presStyleLbl="node1" presStyleIdx="0" presStyleCnt="6"/>
      <dgm:spPr/>
    </dgm:pt>
    <dgm:pt modelId="{2CDBE3B6-4CC7-42DF-B5A7-FAC7FE561486}" type="pres">
      <dgm:prSet presAssocID="{CAD5F479-9349-4A5D-B19B-6AA1FCA250BE}" presName="text_1" presStyleLbl="node1" presStyleIdx="0" presStyleCnt="6">
        <dgm:presLayoutVars>
          <dgm:bulletEnabled val="1"/>
        </dgm:presLayoutVars>
      </dgm:prSet>
      <dgm:spPr/>
    </dgm:pt>
    <dgm:pt modelId="{42DA7466-4098-4112-9C81-0676485B2FC0}" type="pres">
      <dgm:prSet presAssocID="{CAD5F479-9349-4A5D-B19B-6AA1FCA250BE}" presName="accent_1" presStyleCnt="0"/>
      <dgm:spPr/>
    </dgm:pt>
    <dgm:pt modelId="{6CE0CFB2-603E-40B7-A0DC-8ED90D955A4E}" type="pres">
      <dgm:prSet presAssocID="{CAD5F479-9349-4A5D-B19B-6AA1FCA250BE}" presName="accentRepeatNode" presStyleLbl="solidFgAcc1" presStyleIdx="0" presStyleCnt="6"/>
      <dgm:spPr/>
    </dgm:pt>
    <dgm:pt modelId="{30B4CE4F-D03E-4646-A15A-796FD4B61B99}" type="pres">
      <dgm:prSet presAssocID="{68B3FD89-455D-4416-B028-075CFE88DFE1}" presName="text_2" presStyleLbl="node1" presStyleIdx="1" presStyleCnt="6">
        <dgm:presLayoutVars>
          <dgm:bulletEnabled val="1"/>
        </dgm:presLayoutVars>
      </dgm:prSet>
      <dgm:spPr/>
    </dgm:pt>
    <dgm:pt modelId="{91D49AB3-D9EB-456C-A988-734C48454623}" type="pres">
      <dgm:prSet presAssocID="{68B3FD89-455D-4416-B028-075CFE88DFE1}" presName="accent_2" presStyleCnt="0"/>
      <dgm:spPr/>
    </dgm:pt>
    <dgm:pt modelId="{1F4AC58C-C3D0-412D-8945-788C66E727E2}" type="pres">
      <dgm:prSet presAssocID="{68B3FD89-455D-4416-B028-075CFE88DFE1}" presName="accentRepeatNode" presStyleLbl="solidFgAcc1" presStyleIdx="1" presStyleCnt="6"/>
      <dgm:spPr/>
    </dgm:pt>
    <dgm:pt modelId="{821AA584-C3D3-4047-9DAD-09F73459EE0B}" type="pres">
      <dgm:prSet presAssocID="{474AC6C8-CD2D-424F-92EC-06DCAE16157B}" presName="text_3" presStyleLbl="node1" presStyleIdx="2" presStyleCnt="6">
        <dgm:presLayoutVars>
          <dgm:bulletEnabled val="1"/>
        </dgm:presLayoutVars>
      </dgm:prSet>
      <dgm:spPr/>
    </dgm:pt>
    <dgm:pt modelId="{B7CB148A-E6AC-460A-A980-3BA96E19A926}" type="pres">
      <dgm:prSet presAssocID="{474AC6C8-CD2D-424F-92EC-06DCAE16157B}" presName="accent_3" presStyleCnt="0"/>
      <dgm:spPr/>
    </dgm:pt>
    <dgm:pt modelId="{5A606032-4BC8-49C7-8FDA-458F531A392C}" type="pres">
      <dgm:prSet presAssocID="{474AC6C8-CD2D-424F-92EC-06DCAE16157B}" presName="accentRepeatNode" presStyleLbl="solidFgAcc1" presStyleIdx="2" presStyleCnt="6"/>
      <dgm:spPr/>
    </dgm:pt>
    <dgm:pt modelId="{0636A70E-A9BC-4792-9C31-7800E0DB5251}" type="pres">
      <dgm:prSet presAssocID="{2E23E316-AF59-41B8-BE5F-50AA0BAD6E57}" presName="text_4" presStyleLbl="node1" presStyleIdx="3" presStyleCnt="6">
        <dgm:presLayoutVars>
          <dgm:bulletEnabled val="1"/>
        </dgm:presLayoutVars>
      </dgm:prSet>
      <dgm:spPr/>
    </dgm:pt>
    <dgm:pt modelId="{DB79F259-D88A-4656-8E03-303C357C17AA}" type="pres">
      <dgm:prSet presAssocID="{2E23E316-AF59-41B8-BE5F-50AA0BAD6E57}" presName="accent_4" presStyleCnt="0"/>
      <dgm:spPr/>
    </dgm:pt>
    <dgm:pt modelId="{B9558E11-0554-4D49-9CDA-3485BBFC6196}" type="pres">
      <dgm:prSet presAssocID="{2E23E316-AF59-41B8-BE5F-50AA0BAD6E57}" presName="accentRepeatNode" presStyleLbl="solidFgAcc1" presStyleIdx="3" presStyleCnt="6"/>
      <dgm:spPr/>
    </dgm:pt>
    <dgm:pt modelId="{1D7FB963-5209-45F5-A470-D5C5E67A7CEE}" type="pres">
      <dgm:prSet presAssocID="{8CB17D9E-9829-4D8E-B3B9-026A1C69E79D}" presName="text_5" presStyleLbl="node1" presStyleIdx="4" presStyleCnt="6">
        <dgm:presLayoutVars>
          <dgm:bulletEnabled val="1"/>
        </dgm:presLayoutVars>
      </dgm:prSet>
      <dgm:spPr/>
    </dgm:pt>
    <dgm:pt modelId="{D584E489-1D2F-4EED-B76B-280573EB6F89}" type="pres">
      <dgm:prSet presAssocID="{8CB17D9E-9829-4D8E-B3B9-026A1C69E79D}" presName="accent_5" presStyleCnt="0"/>
      <dgm:spPr/>
    </dgm:pt>
    <dgm:pt modelId="{955114A8-6335-40F4-8F23-280A40F264D6}" type="pres">
      <dgm:prSet presAssocID="{8CB17D9E-9829-4D8E-B3B9-026A1C69E79D}" presName="accentRepeatNode" presStyleLbl="solidFgAcc1" presStyleIdx="4" presStyleCnt="6"/>
      <dgm:spPr/>
    </dgm:pt>
    <dgm:pt modelId="{BE445B84-52CE-4958-9123-BFD611A329E8}" type="pres">
      <dgm:prSet presAssocID="{A4E880D2-AA56-4736-96EF-E917F873FD78}" presName="text_6" presStyleLbl="node1" presStyleIdx="5" presStyleCnt="6">
        <dgm:presLayoutVars>
          <dgm:bulletEnabled val="1"/>
        </dgm:presLayoutVars>
      </dgm:prSet>
      <dgm:spPr/>
    </dgm:pt>
    <dgm:pt modelId="{5E6473AB-248C-4113-841F-CE78D411DB0B}" type="pres">
      <dgm:prSet presAssocID="{A4E880D2-AA56-4736-96EF-E917F873FD78}" presName="accent_6" presStyleCnt="0"/>
      <dgm:spPr/>
    </dgm:pt>
    <dgm:pt modelId="{6C2D4023-6CC3-4D70-ACC6-B30B8C19BA04}" type="pres">
      <dgm:prSet presAssocID="{A4E880D2-AA56-4736-96EF-E917F873FD78}" presName="accentRepeatNode" presStyleLbl="solidFgAcc1" presStyleIdx="5" presStyleCnt="6"/>
      <dgm:spPr/>
    </dgm:pt>
  </dgm:ptLst>
  <dgm:cxnLst>
    <dgm:cxn modelId="{5663AA01-6B8D-4AEC-9F1D-81501F462859}" srcId="{28BC9DEB-8377-4386-AE7D-FD4B94764354}" destId="{CAD5F479-9349-4A5D-B19B-6AA1FCA250BE}" srcOrd="0" destOrd="0" parTransId="{2540A25B-B99E-4DCE-913A-CF37A9937E95}" sibTransId="{8D4D8076-0B20-46E1-BB43-1DA332703004}"/>
    <dgm:cxn modelId="{4858990C-3B35-46D9-BDBC-BAE4D3CA8CDA}" srcId="{28BC9DEB-8377-4386-AE7D-FD4B94764354}" destId="{474AC6C8-CD2D-424F-92EC-06DCAE16157B}" srcOrd="2" destOrd="0" parTransId="{5C616836-F211-45AD-9DC5-25A686A030BE}" sibTransId="{756A7815-695D-4250-AB16-3EC168071779}"/>
    <dgm:cxn modelId="{9D026B11-5672-49C4-8CC1-255EFD0BD300}" srcId="{28BC9DEB-8377-4386-AE7D-FD4B94764354}" destId="{A4E880D2-AA56-4736-96EF-E917F873FD78}" srcOrd="5" destOrd="0" parTransId="{28448874-D495-44D3-BED7-2B6653F8DD9C}" sibTransId="{FF1618EC-BC7A-43C5-B97F-44C4F6810020}"/>
    <dgm:cxn modelId="{94269D16-641D-43F0-923C-2AC22F4BE4D9}" type="presOf" srcId="{68B3FD89-455D-4416-B028-075CFE88DFE1}" destId="{30B4CE4F-D03E-4646-A15A-796FD4B61B99}" srcOrd="0" destOrd="0" presId="urn:microsoft.com/office/officeart/2008/layout/VerticalCurvedList"/>
    <dgm:cxn modelId="{5722162E-F262-4578-BFF4-DD7FEF306058}" type="presOf" srcId="{2E23E316-AF59-41B8-BE5F-50AA0BAD6E57}" destId="{0636A70E-A9BC-4792-9C31-7800E0DB5251}" srcOrd="0" destOrd="0" presId="urn:microsoft.com/office/officeart/2008/layout/VerticalCurvedList"/>
    <dgm:cxn modelId="{5F28AA32-D86B-4E99-8E4C-EACFB803DAFE}" type="presOf" srcId="{CAD5F479-9349-4A5D-B19B-6AA1FCA250BE}" destId="{2CDBE3B6-4CC7-42DF-B5A7-FAC7FE561486}" srcOrd="0" destOrd="0" presId="urn:microsoft.com/office/officeart/2008/layout/VerticalCurvedList"/>
    <dgm:cxn modelId="{6CCBF735-FA4E-4BAD-BECD-E40A601AA018}" type="presOf" srcId="{8CB17D9E-9829-4D8E-B3B9-026A1C69E79D}" destId="{1D7FB963-5209-45F5-A470-D5C5E67A7CEE}" srcOrd="0" destOrd="0" presId="urn:microsoft.com/office/officeart/2008/layout/VerticalCurvedList"/>
    <dgm:cxn modelId="{7E035B3A-C53B-4FB7-85AB-8306E19B824A}" type="presOf" srcId="{A4E880D2-AA56-4736-96EF-E917F873FD78}" destId="{BE445B84-52CE-4958-9123-BFD611A329E8}" srcOrd="0" destOrd="0" presId="urn:microsoft.com/office/officeart/2008/layout/VerticalCurvedList"/>
    <dgm:cxn modelId="{26BEBD5E-A4DA-490A-99FA-3EE2DD601D86}" srcId="{28BC9DEB-8377-4386-AE7D-FD4B94764354}" destId="{68B3FD89-455D-4416-B028-075CFE88DFE1}" srcOrd="1" destOrd="0" parTransId="{77DC19BF-5ED1-43FA-830F-C449AA055384}" sibTransId="{C9ED8A4C-98DC-4492-97B7-EB86521D179D}"/>
    <dgm:cxn modelId="{B01A7F73-E8D3-42B3-9345-FE25AB8F78B6}" srcId="{28BC9DEB-8377-4386-AE7D-FD4B94764354}" destId="{8CB17D9E-9829-4D8E-B3B9-026A1C69E79D}" srcOrd="4" destOrd="0" parTransId="{7EBFFEDD-C076-410B-92DA-6C45A415A4D1}" sibTransId="{AE67B172-5EFC-4025-BC07-9BD1ECF2D050}"/>
    <dgm:cxn modelId="{5B162B74-B522-4BC4-AC2C-DAF66A9A3F92}" srcId="{28BC9DEB-8377-4386-AE7D-FD4B94764354}" destId="{2E23E316-AF59-41B8-BE5F-50AA0BAD6E57}" srcOrd="3" destOrd="0" parTransId="{04922416-79A2-437A-8AEE-05F9289D4466}" sibTransId="{3666775D-A745-4078-A833-7C7653103817}"/>
    <dgm:cxn modelId="{7BD7E656-B45E-4411-98A1-BCB7C32F41CC}" type="presOf" srcId="{8D4D8076-0B20-46E1-BB43-1DA332703004}" destId="{09D8A080-17B3-4CC4-A46E-EAC9813A7907}" srcOrd="0" destOrd="0" presId="urn:microsoft.com/office/officeart/2008/layout/VerticalCurvedList"/>
    <dgm:cxn modelId="{7FFEC7CF-953D-4A22-80A2-E3147A5995B7}" type="presOf" srcId="{474AC6C8-CD2D-424F-92EC-06DCAE16157B}" destId="{821AA584-C3D3-4047-9DAD-09F73459EE0B}" srcOrd="0" destOrd="0" presId="urn:microsoft.com/office/officeart/2008/layout/VerticalCurvedList"/>
    <dgm:cxn modelId="{481188E2-E52A-4347-8F0B-47FFF5A5E821}" type="presOf" srcId="{28BC9DEB-8377-4386-AE7D-FD4B94764354}" destId="{F39DDD8F-249F-4022-9D11-73AE7ED89CAC}" srcOrd="0" destOrd="0" presId="urn:microsoft.com/office/officeart/2008/layout/VerticalCurvedList"/>
    <dgm:cxn modelId="{1DA5456C-ECF9-49D2-9B40-C887C6D48334}" type="presParOf" srcId="{F39DDD8F-249F-4022-9D11-73AE7ED89CAC}" destId="{3A4F6E71-C86D-4360-90DE-17705A9E8AE6}" srcOrd="0" destOrd="0" presId="urn:microsoft.com/office/officeart/2008/layout/VerticalCurvedList"/>
    <dgm:cxn modelId="{DA6B5B62-C5A6-4A4B-A244-B9069B1EF1C3}" type="presParOf" srcId="{3A4F6E71-C86D-4360-90DE-17705A9E8AE6}" destId="{190D553E-CE52-4FAE-828F-2A3F900E38BB}" srcOrd="0" destOrd="0" presId="urn:microsoft.com/office/officeart/2008/layout/VerticalCurvedList"/>
    <dgm:cxn modelId="{E3B55D50-7166-492B-8B31-28B40F573D83}" type="presParOf" srcId="{190D553E-CE52-4FAE-828F-2A3F900E38BB}" destId="{26558EE2-DC09-4CDD-AA40-5D03214E38C0}" srcOrd="0" destOrd="0" presId="urn:microsoft.com/office/officeart/2008/layout/VerticalCurvedList"/>
    <dgm:cxn modelId="{685F1C04-7568-4C36-A0F1-A7D0E244C1A1}" type="presParOf" srcId="{190D553E-CE52-4FAE-828F-2A3F900E38BB}" destId="{09D8A080-17B3-4CC4-A46E-EAC9813A7907}" srcOrd="1" destOrd="0" presId="urn:microsoft.com/office/officeart/2008/layout/VerticalCurvedList"/>
    <dgm:cxn modelId="{9425D5AA-7C57-4413-B674-8F8C20F7DC1B}" type="presParOf" srcId="{190D553E-CE52-4FAE-828F-2A3F900E38BB}" destId="{5D05EB06-04B0-446B-95DB-81BD53C2807F}" srcOrd="2" destOrd="0" presId="urn:microsoft.com/office/officeart/2008/layout/VerticalCurvedList"/>
    <dgm:cxn modelId="{7AE5B648-05E0-492D-AFB5-98CEEFE06B25}" type="presParOf" srcId="{190D553E-CE52-4FAE-828F-2A3F900E38BB}" destId="{F68859BD-DC03-4D84-8F76-D668A6C42D33}" srcOrd="3" destOrd="0" presId="urn:microsoft.com/office/officeart/2008/layout/VerticalCurvedList"/>
    <dgm:cxn modelId="{B3A0F77E-D3C8-4420-8919-3C7B4067BDCF}" type="presParOf" srcId="{3A4F6E71-C86D-4360-90DE-17705A9E8AE6}" destId="{2CDBE3B6-4CC7-42DF-B5A7-FAC7FE561486}" srcOrd="1" destOrd="0" presId="urn:microsoft.com/office/officeart/2008/layout/VerticalCurvedList"/>
    <dgm:cxn modelId="{473DFF62-E1AE-495C-875D-6740E263B3B5}" type="presParOf" srcId="{3A4F6E71-C86D-4360-90DE-17705A9E8AE6}" destId="{42DA7466-4098-4112-9C81-0676485B2FC0}" srcOrd="2" destOrd="0" presId="urn:microsoft.com/office/officeart/2008/layout/VerticalCurvedList"/>
    <dgm:cxn modelId="{72C2DBDC-B905-4B86-B3C7-214048E4A5E9}" type="presParOf" srcId="{42DA7466-4098-4112-9C81-0676485B2FC0}" destId="{6CE0CFB2-603E-40B7-A0DC-8ED90D955A4E}" srcOrd="0" destOrd="0" presId="urn:microsoft.com/office/officeart/2008/layout/VerticalCurvedList"/>
    <dgm:cxn modelId="{02DA8873-398B-4598-AAC3-18421F8216CE}" type="presParOf" srcId="{3A4F6E71-C86D-4360-90DE-17705A9E8AE6}" destId="{30B4CE4F-D03E-4646-A15A-796FD4B61B99}" srcOrd="3" destOrd="0" presId="urn:microsoft.com/office/officeart/2008/layout/VerticalCurvedList"/>
    <dgm:cxn modelId="{7017A2F4-CFCF-428E-AA61-1EE2E285F536}" type="presParOf" srcId="{3A4F6E71-C86D-4360-90DE-17705A9E8AE6}" destId="{91D49AB3-D9EB-456C-A988-734C48454623}" srcOrd="4" destOrd="0" presId="urn:microsoft.com/office/officeart/2008/layout/VerticalCurvedList"/>
    <dgm:cxn modelId="{B6BC147C-9009-418F-B49A-DB9581526BBA}" type="presParOf" srcId="{91D49AB3-D9EB-456C-A988-734C48454623}" destId="{1F4AC58C-C3D0-412D-8945-788C66E727E2}" srcOrd="0" destOrd="0" presId="urn:microsoft.com/office/officeart/2008/layout/VerticalCurvedList"/>
    <dgm:cxn modelId="{DA0F3111-CFD4-42DB-8A6E-19CF10A5DF51}" type="presParOf" srcId="{3A4F6E71-C86D-4360-90DE-17705A9E8AE6}" destId="{821AA584-C3D3-4047-9DAD-09F73459EE0B}" srcOrd="5" destOrd="0" presId="urn:microsoft.com/office/officeart/2008/layout/VerticalCurvedList"/>
    <dgm:cxn modelId="{3BED5830-68F7-4378-9210-035555415D89}" type="presParOf" srcId="{3A4F6E71-C86D-4360-90DE-17705A9E8AE6}" destId="{B7CB148A-E6AC-460A-A980-3BA96E19A926}" srcOrd="6" destOrd="0" presId="urn:microsoft.com/office/officeart/2008/layout/VerticalCurvedList"/>
    <dgm:cxn modelId="{2C8182EC-499C-4CE3-A62B-BD36FAD27D10}" type="presParOf" srcId="{B7CB148A-E6AC-460A-A980-3BA96E19A926}" destId="{5A606032-4BC8-49C7-8FDA-458F531A392C}" srcOrd="0" destOrd="0" presId="urn:microsoft.com/office/officeart/2008/layout/VerticalCurvedList"/>
    <dgm:cxn modelId="{9C3EEB25-2318-4320-AEC7-2CEAF7701DBD}" type="presParOf" srcId="{3A4F6E71-C86D-4360-90DE-17705A9E8AE6}" destId="{0636A70E-A9BC-4792-9C31-7800E0DB5251}" srcOrd="7" destOrd="0" presId="urn:microsoft.com/office/officeart/2008/layout/VerticalCurvedList"/>
    <dgm:cxn modelId="{329F226F-71EA-40D9-B2C7-1B9F481BA06A}" type="presParOf" srcId="{3A4F6E71-C86D-4360-90DE-17705A9E8AE6}" destId="{DB79F259-D88A-4656-8E03-303C357C17AA}" srcOrd="8" destOrd="0" presId="urn:microsoft.com/office/officeart/2008/layout/VerticalCurvedList"/>
    <dgm:cxn modelId="{6D8897D1-ADF2-4085-91F5-B8242CE8E02C}" type="presParOf" srcId="{DB79F259-D88A-4656-8E03-303C357C17AA}" destId="{B9558E11-0554-4D49-9CDA-3485BBFC6196}" srcOrd="0" destOrd="0" presId="urn:microsoft.com/office/officeart/2008/layout/VerticalCurvedList"/>
    <dgm:cxn modelId="{2893A30A-5F13-4C4F-AEFC-A7B3DFB74C0A}" type="presParOf" srcId="{3A4F6E71-C86D-4360-90DE-17705A9E8AE6}" destId="{1D7FB963-5209-45F5-A470-D5C5E67A7CEE}" srcOrd="9" destOrd="0" presId="urn:microsoft.com/office/officeart/2008/layout/VerticalCurvedList"/>
    <dgm:cxn modelId="{AA752A1B-B20C-41BF-91C2-6730852994D7}" type="presParOf" srcId="{3A4F6E71-C86D-4360-90DE-17705A9E8AE6}" destId="{D584E489-1D2F-4EED-B76B-280573EB6F89}" srcOrd="10" destOrd="0" presId="urn:microsoft.com/office/officeart/2008/layout/VerticalCurvedList"/>
    <dgm:cxn modelId="{132EB9FC-6EB2-411E-BE25-EDB87717F8E0}" type="presParOf" srcId="{D584E489-1D2F-4EED-B76B-280573EB6F89}" destId="{955114A8-6335-40F4-8F23-280A40F264D6}" srcOrd="0" destOrd="0" presId="urn:microsoft.com/office/officeart/2008/layout/VerticalCurvedList"/>
    <dgm:cxn modelId="{76AB76EF-FA33-49A8-AA61-737DC9E5805B}" type="presParOf" srcId="{3A4F6E71-C86D-4360-90DE-17705A9E8AE6}" destId="{BE445B84-52CE-4958-9123-BFD611A329E8}" srcOrd="11" destOrd="0" presId="urn:microsoft.com/office/officeart/2008/layout/VerticalCurvedList"/>
    <dgm:cxn modelId="{278C5273-66C4-489B-8E6A-BD3D462429CA}" type="presParOf" srcId="{3A4F6E71-C86D-4360-90DE-17705A9E8AE6}" destId="{5E6473AB-248C-4113-841F-CE78D411DB0B}" srcOrd="12" destOrd="0" presId="urn:microsoft.com/office/officeart/2008/layout/VerticalCurvedList"/>
    <dgm:cxn modelId="{53D6AF09-0F65-41ED-A7B4-CFA58B6445F4}" type="presParOf" srcId="{5E6473AB-248C-4113-841F-CE78D411DB0B}" destId="{6C2D4023-6CC3-4D70-ACC6-B30B8C19BA0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BC9DEB-8377-4386-AE7D-FD4B94764354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fr-CM"/>
        </a:p>
      </dgm:t>
    </dgm:pt>
    <dgm:pt modelId="{CAD5F479-9349-4A5D-B19B-6AA1FCA250BE}">
      <dgm:prSet/>
      <dgm:spPr/>
      <dgm:t>
        <a:bodyPr/>
        <a:lstStyle/>
        <a:p>
          <a:r>
            <a:rPr lang="fr-CM" dirty="0"/>
            <a:t>Envoyer une notification en cas de dépassement de seuil</a:t>
          </a:r>
        </a:p>
      </dgm:t>
    </dgm:pt>
    <dgm:pt modelId="{2540A25B-B99E-4DCE-913A-CF37A9937E95}" type="parTrans" cxnId="{5663AA01-6B8D-4AEC-9F1D-81501F462859}">
      <dgm:prSet/>
      <dgm:spPr/>
      <dgm:t>
        <a:bodyPr/>
        <a:lstStyle/>
        <a:p>
          <a:endParaRPr lang="fr-CM"/>
        </a:p>
      </dgm:t>
    </dgm:pt>
    <dgm:pt modelId="{8D4D8076-0B20-46E1-BB43-1DA332703004}" type="sibTrans" cxnId="{5663AA01-6B8D-4AEC-9F1D-81501F462859}">
      <dgm:prSet/>
      <dgm:spPr/>
      <dgm:t>
        <a:bodyPr/>
        <a:lstStyle/>
        <a:p>
          <a:endParaRPr lang="fr-CM"/>
        </a:p>
      </dgm:t>
    </dgm:pt>
    <dgm:pt modelId="{68B3FD89-455D-4416-B028-075CFE88DFE1}">
      <dgm:prSet phldrT="[Texte]"/>
      <dgm:spPr/>
      <dgm:t>
        <a:bodyPr/>
        <a:lstStyle/>
        <a:p>
          <a:r>
            <a:rPr lang="fr-CM" dirty="0"/>
            <a:t>Créer un plan tarifaire</a:t>
          </a:r>
        </a:p>
      </dgm:t>
    </dgm:pt>
    <dgm:pt modelId="{77DC19BF-5ED1-43FA-830F-C449AA055384}" type="parTrans" cxnId="{26BEBD5E-A4DA-490A-99FA-3EE2DD601D86}">
      <dgm:prSet/>
      <dgm:spPr/>
      <dgm:t>
        <a:bodyPr/>
        <a:lstStyle/>
        <a:p>
          <a:endParaRPr lang="fr-CM"/>
        </a:p>
      </dgm:t>
    </dgm:pt>
    <dgm:pt modelId="{C9ED8A4C-98DC-4492-97B7-EB86521D179D}" type="sibTrans" cxnId="{26BEBD5E-A4DA-490A-99FA-3EE2DD601D86}">
      <dgm:prSet/>
      <dgm:spPr/>
      <dgm:t>
        <a:bodyPr/>
        <a:lstStyle/>
        <a:p>
          <a:endParaRPr lang="fr-CM"/>
        </a:p>
      </dgm:t>
    </dgm:pt>
    <dgm:pt modelId="{474AC6C8-CD2D-424F-92EC-06DCAE16157B}">
      <dgm:prSet phldrT="[Texte]"/>
      <dgm:spPr/>
      <dgm:t>
        <a:bodyPr/>
        <a:lstStyle/>
        <a:p>
          <a:r>
            <a:rPr lang="fr-CM" dirty="0"/>
            <a:t>Ajouter des prix</a:t>
          </a:r>
        </a:p>
      </dgm:t>
    </dgm:pt>
    <dgm:pt modelId="{5C616836-F211-45AD-9DC5-25A686A030BE}" type="parTrans" cxnId="{4858990C-3B35-46D9-BDBC-BAE4D3CA8CDA}">
      <dgm:prSet/>
      <dgm:spPr/>
      <dgm:t>
        <a:bodyPr/>
        <a:lstStyle/>
        <a:p>
          <a:endParaRPr lang="fr-CM"/>
        </a:p>
      </dgm:t>
    </dgm:pt>
    <dgm:pt modelId="{756A7815-695D-4250-AB16-3EC168071779}" type="sibTrans" cxnId="{4858990C-3B35-46D9-BDBC-BAE4D3CA8CDA}">
      <dgm:prSet/>
      <dgm:spPr/>
      <dgm:t>
        <a:bodyPr/>
        <a:lstStyle/>
        <a:p>
          <a:endParaRPr lang="fr-CM"/>
        </a:p>
      </dgm:t>
    </dgm:pt>
    <dgm:pt modelId="{2E23E316-AF59-41B8-BE5F-50AA0BAD6E57}">
      <dgm:prSet phldrT="[Texte]"/>
      <dgm:spPr/>
      <dgm:t>
        <a:bodyPr/>
        <a:lstStyle/>
        <a:p>
          <a:r>
            <a:rPr lang="fr-CM" dirty="0"/>
            <a:t>Activer/désactiver un plan tarifaire</a:t>
          </a:r>
        </a:p>
      </dgm:t>
    </dgm:pt>
    <dgm:pt modelId="{04922416-79A2-437A-8AEE-05F9289D4466}" type="parTrans" cxnId="{5B162B74-B522-4BC4-AC2C-DAF66A9A3F92}">
      <dgm:prSet/>
      <dgm:spPr/>
      <dgm:t>
        <a:bodyPr/>
        <a:lstStyle/>
        <a:p>
          <a:endParaRPr lang="fr-CM"/>
        </a:p>
      </dgm:t>
    </dgm:pt>
    <dgm:pt modelId="{3666775D-A745-4078-A833-7C7653103817}" type="sibTrans" cxnId="{5B162B74-B522-4BC4-AC2C-DAF66A9A3F92}">
      <dgm:prSet/>
      <dgm:spPr/>
      <dgm:t>
        <a:bodyPr/>
        <a:lstStyle/>
        <a:p>
          <a:endParaRPr lang="fr-CM"/>
        </a:p>
      </dgm:t>
    </dgm:pt>
    <dgm:pt modelId="{8CB17D9E-9829-4D8E-B3B9-026A1C69E79D}">
      <dgm:prSet phldrT="[Texte]"/>
      <dgm:spPr/>
      <dgm:t>
        <a:bodyPr/>
        <a:lstStyle/>
        <a:p>
          <a:r>
            <a:rPr lang="fr-CM" dirty="0"/>
            <a:t>Générer des factures </a:t>
          </a:r>
        </a:p>
      </dgm:t>
    </dgm:pt>
    <dgm:pt modelId="{7EBFFEDD-C076-410B-92DA-6C45A415A4D1}" type="parTrans" cxnId="{B01A7F73-E8D3-42B3-9345-FE25AB8F78B6}">
      <dgm:prSet/>
      <dgm:spPr/>
      <dgm:t>
        <a:bodyPr/>
        <a:lstStyle/>
        <a:p>
          <a:endParaRPr lang="fr-CM"/>
        </a:p>
      </dgm:t>
    </dgm:pt>
    <dgm:pt modelId="{AE67B172-5EFC-4025-BC07-9BD1ECF2D050}" type="sibTrans" cxnId="{B01A7F73-E8D3-42B3-9345-FE25AB8F78B6}">
      <dgm:prSet/>
      <dgm:spPr/>
      <dgm:t>
        <a:bodyPr/>
        <a:lstStyle/>
        <a:p>
          <a:endParaRPr lang="fr-CM"/>
        </a:p>
      </dgm:t>
    </dgm:pt>
    <dgm:pt modelId="{A4E880D2-AA56-4736-96EF-E917F873FD78}">
      <dgm:prSet phldrT="[Texte]"/>
      <dgm:spPr/>
      <dgm:t>
        <a:bodyPr/>
        <a:lstStyle/>
        <a:p>
          <a:r>
            <a:rPr lang="fr-CM" dirty="0"/>
            <a:t>Afficher les événements sur les ressources</a:t>
          </a:r>
        </a:p>
      </dgm:t>
    </dgm:pt>
    <dgm:pt modelId="{28448874-D495-44D3-BED7-2B6653F8DD9C}" type="parTrans" cxnId="{9D026B11-5672-49C4-8CC1-255EFD0BD300}">
      <dgm:prSet/>
      <dgm:spPr/>
      <dgm:t>
        <a:bodyPr/>
        <a:lstStyle/>
        <a:p>
          <a:endParaRPr lang="fr-CM"/>
        </a:p>
      </dgm:t>
    </dgm:pt>
    <dgm:pt modelId="{FF1618EC-BC7A-43C5-B97F-44C4F6810020}" type="sibTrans" cxnId="{9D026B11-5672-49C4-8CC1-255EFD0BD300}">
      <dgm:prSet/>
      <dgm:spPr/>
      <dgm:t>
        <a:bodyPr/>
        <a:lstStyle/>
        <a:p>
          <a:endParaRPr lang="fr-CM"/>
        </a:p>
      </dgm:t>
    </dgm:pt>
    <dgm:pt modelId="{F39DDD8F-249F-4022-9D11-73AE7ED89CAC}" type="pres">
      <dgm:prSet presAssocID="{28BC9DEB-8377-4386-AE7D-FD4B94764354}" presName="Name0" presStyleCnt="0">
        <dgm:presLayoutVars>
          <dgm:chMax val="7"/>
          <dgm:chPref val="7"/>
          <dgm:dir/>
        </dgm:presLayoutVars>
      </dgm:prSet>
      <dgm:spPr/>
    </dgm:pt>
    <dgm:pt modelId="{3A4F6E71-C86D-4360-90DE-17705A9E8AE6}" type="pres">
      <dgm:prSet presAssocID="{28BC9DEB-8377-4386-AE7D-FD4B94764354}" presName="Name1" presStyleCnt="0"/>
      <dgm:spPr/>
    </dgm:pt>
    <dgm:pt modelId="{190D553E-CE52-4FAE-828F-2A3F900E38BB}" type="pres">
      <dgm:prSet presAssocID="{28BC9DEB-8377-4386-AE7D-FD4B94764354}" presName="cycle" presStyleCnt="0"/>
      <dgm:spPr/>
    </dgm:pt>
    <dgm:pt modelId="{26558EE2-DC09-4CDD-AA40-5D03214E38C0}" type="pres">
      <dgm:prSet presAssocID="{28BC9DEB-8377-4386-AE7D-FD4B94764354}" presName="srcNode" presStyleLbl="node1" presStyleIdx="0" presStyleCnt="6"/>
      <dgm:spPr/>
    </dgm:pt>
    <dgm:pt modelId="{09D8A080-17B3-4CC4-A46E-EAC9813A7907}" type="pres">
      <dgm:prSet presAssocID="{28BC9DEB-8377-4386-AE7D-FD4B94764354}" presName="conn" presStyleLbl="parChTrans1D2" presStyleIdx="0" presStyleCnt="1"/>
      <dgm:spPr/>
    </dgm:pt>
    <dgm:pt modelId="{5D05EB06-04B0-446B-95DB-81BD53C2807F}" type="pres">
      <dgm:prSet presAssocID="{28BC9DEB-8377-4386-AE7D-FD4B94764354}" presName="extraNode" presStyleLbl="node1" presStyleIdx="0" presStyleCnt="6"/>
      <dgm:spPr/>
    </dgm:pt>
    <dgm:pt modelId="{F68859BD-DC03-4D84-8F76-D668A6C42D33}" type="pres">
      <dgm:prSet presAssocID="{28BC9DEB-8377-4386-AE7D-FD4B94764354}" presName="dstNode" presStyleLbl="node1" presStyleIdx="0" presStyleCnt="6"/>
      <dgm:spPr/>
    </dgm:pt>
    <dgm:pt modelId="{2CDBE3B6-4CC7-42DF-B5A7-FAC7FE561486}" type="pres">
      <dgm:prSet presAssocID="{CAD5F479-9349-4A5D-B19B-6AA1FCA250BE}" presName="text_1" presStyleLbl="node1" presStyleIdx="0" presStyleCnt="6">
        <dgm:presLayoutVars>
          <dgm:bulletEnabled val="1"/>
        </dgm:presLayoutVars>
      </dgm:prSet>
      <dgm:spPr/>
    </dgm:pt>
    <dgm:pt modelId="{42DA7466-4098-4112-9C81-0676485B2FC0}" type="pres">
      <dgm:prSet presAssocID="{CAD5F479-9349-4A5D-B19B-6AA1FCA250BE}" presName="accent_1" presStyleCnt="0"/>
      <dgm:spPr/>
    </dgm:pt>
    <dgm:pt modelId="{6CE0CFB2-603E-40B7-A0DC-8ED90D955A4E}" type="pres">
      <dgm:prSet presAssocID="{CAD5F479-9349-4A5D-B19B-6AA1FCA250BE}" presName="accentRepeatNode" presStyleLbl="solidFgAcc1" presStyleIdx="0" presStyleCnt="6"/>
      <dgm:spPr/>
    </dgm:pt>
    <dgm:pt modelId="{30B4CE4F-D03E-4646-A15A-796FD4B61B99}" type="pres">
      <dgm:prSet presAssocID="{68B3FD89-455D-4416-B028-075CFE88DFE1}" presName="text_2" presStyleLbl="node1" presStyleIdx="1" presStyleCnt="6" custLinFactNeighborX="-184">
        <dgm:presLayoutVars>
          <dgm:bulletEnabled val="1"/>
        </dgm:presLayoutVars>
      </dgm:prSet>
      <dgm:spPr/>
    </dgm:pt>
    <dgm:pt modelId="{91D49AB3-D9EB-456C-A988-734C48454623}" type="pres">
      <dgm:prSet presAssocID="{68B3FD89-455D-4416-B028-075CFE88DFE1}" presName="accent_2" presStyleCnt="0"/>
      <dgm:spPr/>
    </dgm:pt>
    <dgm:pt modelId="{1F4AC58C-C3D0-412D-8945-788C66E727E2}" type="pres">
      <dgm:prSet presAssocID="{68B3FD89-455D-4416-B028-075CFE88DFE1}" presName="accentRepeatNode" presStyleLbl="solidFgAcc1" presStyleIdx="1" presStyleCnt="6"/>
      <dgm:spPr/>
    </dgm:pt>
    <dgm:pt modelId="{821AA584-C3D3-4047-9DAD-09F73459EE0B}" type="pres">
      <dgm:prSet presAssocID="{474AC6C8-CD2D-424F-92EC-06DCAE16157B}" presName="text_3" presStyleLbl="node1" presStyleIdx="2" presStyleCnt="6">
        <dgm:presLayoutVars>
          <dgm:bulletEnabled val="1"/>
        </dgm:presLayoutVars>
      </dgm:prSet>
      <dgm:spPr/>
    </dgm:pt>
    <dgm:pt modelId="{B7CB148A-E6AC-460A-A980-3BA96E19A926}" type="pres">
      <dgm:prSet presAssocID="{474AC6C8-CD2D-424F-92EC-06DCAE16157B}" presName="accent_3" presStyleCnt="0"/>
      <dgm:spPr/>
    </dgm:pt>
    <dgm:pt modelId="{5A606032-4BC8-49C7-8FDA-458F531A392C}" type="pres">
      <dgm:prSet presAssocID="{474AC6C8-CD2D-424F-92EC-06DCAE16157B}" presName="accentRepeatNode" presStyleLbl="solidFgAcc1" presStyleIdx="2" presStyleCnt="6"/>
      <dgm:spPr/>
    </dgm:pt>
    <dgm:pt modelId="{0636A70E-A9BC-4792-9C31-7800E0DB5251}" type="pres">
      <dgm:prSet presAssocID="{2E23E316-AF59-41B8-BE5F-50AA0BAD6E57}" presName="text_4" presStyleLbl="node1" presStyleIdx="3" presStyleCnt="6">
        <dgm:presLayoutVars>
          <dgm:bulletEnabled val="1"/>
        </dgm:presLayoutVars>
      </dgm:prSet>
      <dgm:spPr/>
    </dgm:pt>
    <dgm:pt modelId="{DB79F259-D88A-4656-8E03-303C357C17AA}" type="pres">
      <dgm:prSet presAssocID="{2E23E316-AF59-41B8-BE5F-50AA0BAD6E57}" presName="accent_4" presStyleCnt="0"/>
      <dgm:spPr/>
    </dgm:pt>
    <dgm:pt modelId="{B9558E11-0554-4D49-9CDA-3485BBFC6196}" type="pres">
      <dgm:prSet presAssocID="{2E23E316-AF59-41B8-BE5F-50AA0BAD6E57}" presName="accentRepeatNode" presStyleLbl="solidFgAcc1" presStyleIdx="3" presStyleCnt="6"/>
      <dgm:spPr/>
    </dgm:pt>
    <dgm:pt modelId="{1D7FB963-5209-45F5-A470-D5C5E67A7CEE}" type="pres">
      <dgm:prSet presAssocID="{8CB17D9E-9829-4D8E-B3B9-026A1C69E79D}" presName="text_5" presStyleLbl="node1" presStyleIdx="4" presStyleCnt="6">
        <dgm:presLayoutVars>
          <dgm:bulletEnabled val="1"/>
        </dgm:presLayoutVars>
      </dgm:prSet>
      <dgm:spPr/>
    </dgm:pt>
    <dgm:pt modelId="{D584E489-1D2F-4EED-B76B-280573EB6F89}" type="pres">
      <dgm:prSet presAssocID="{8CB17D9E-9829-4D8E-B3B9-026A1C69E79D}" presName="accent_5" presStyleCnt="0"/>
      <dgm:spPr/>
    </dgm:pt>
    <dgm:pt modelId="{955114A8-6335-40F4-8F23-280A40F264D6}" type="pres">
      <dgm:prSet presAssocID="{8CB17D9E-9829-4D8E-B3B9-026A1C69E79D}" presName="accentRepeatNode" presStyleLbl="solidFgAcc1" presStyleIdx="4" presStyleCnt="6"/>
      <dgm:spPr/>
    </dgm:pt>
    <dgm:pt modelId="{BE445B84-52CE-4958-9123-BFD611A329E8}" type="pres">
      <dgm:prSet presAssocID="{A4E880D2-AA56-4736-96EF-E917F873FD78}" presName="text_6" presStyleLbl="node1" presStyleIdx="5" presStyleCnt="6">
        <dgm:presLayoutVars>
          <dgm:bulletEnabled val="1"/>
        </dgm:presLayoutVars>
      </dgm:prSet>
      <dgm:spPr/>
    </dgm:pt>
    <dgm:pt modelId="{5E6473AB-248C-4113-841F-CE78D411DB0B}" type="pres">
      <dgm:prSet presAssocID="{A4E880D2-AA56-4736-96EF-E917F873FD78}" presName="accent_6" presStyleCnt="0"/>
      <dgm:spPr/>
    </dgm:pt>
    <dgm:pt modelId="{6C2D4023-6CC3-4D70-ACC6-B30B8C19BA04}" type="pres">
      <dgm:prSet presAssocID="{A4E880D2-AA56-4736-96EF-E917F873FD78}" presName="accentRepeatNode" presStyleLbl="solidFgAcc1" presStyleIdx="5" presStyleCnt="6"/>
      <dgm:spPr/>
    </dgm:pt>
  </dgm:ptLst>
  <dgm:cxnLst>
    <dgm:cxn modelId="{5663AA01-6B8D-4AEC-9F1D-81501F462859}" srcId="{28BC9DEB-8377-4386-AE7D-FD4B94764354}" destId="{CAD5F479-9349-4A5D-B19B-6AA1FCA250BE}" srcOrd="0" destOrd="0" parTransId="{2540A25B-B99E-4DCE-913A-CF37A9937E95}" sibTransId="{8D4D8076-0B20-46E1-BB43-1DA332703004}"/>
    <dgm:cxn modelId="{4858990C-3B35-46D9-BDBC-BAE4D3CA8CDA}" srcId="{28BC9DEB-8377-4386-AE7D-FD4B94764354}" destId="{474AC6C8-CD2D-424F-92EC-06DCAE16157B}" srcOrd="2" destOrd="0" parTransId="{5C616836-F211-45AD-9DC5-25A686A030BE}" sibTransId="{756A7815-695D-4250-AB16-3EC168071779}"/>
    <dgm:cxn modelId="{9D026B11-5672-49C4-8CC1-255EFD0BD300}" srcId="{28BC9DEB-8377-4386-AE7D-FD4B94764354}" destId="{A4E880D2-AA56-4736-96EF-E917F873FD78}" srcOrd="5" destOrd="0" parTransId="{28448874-D495-44D3-BED7-2B6653F8DD9C}" sibTransId="{FF1618EC-BC7A-43C5-B97F-44C4F6810020}"/>
    <dgm:cxn modelId="{94269D16-641D-43F0-923C-2AC22F4BE4D9}" type="presOf" srcId="{68B3FD89-455D-4416-B028-075CFE88DFE1}" destId="{30B4CE4F-D03E-4646-A15A-796FD4B61B99}" srcOrd="0" destOrd="0" presId="urn:microsoft.com/office/officeart/2008/layout/VerticalCurvedList"/>
    <dgm:cxn modelId="{5722162E-F262-4578-BFF4-DD7FEF306058}" type="presOf" srcId="{2E23E316-AF59-41B8-BE5F-50AA0BAD6E57}" destId="{0636A70E-A9BC-4792-9C31-7800E0DB5251}" srcOrd="0" destOrd="0" presId="urn:microsoft.com/office/officeart/2008/layout/VerticalCurvedList"/>
    <dgm:cxn modelId="{5F28AA32-D86B-4E99-8E4C-EACFB803DAFE}" type="presOf" srcId="{CAD5F479-9349-4A5D-B19B-6AA1FCA250BE}" destId="{2CDBE3B6-4CC7-42DF-B5A7-FAC7FE561486}" srcOrd="0" destOrd="0" presId="urn:microsoft.com/office/officeart/2008/layout/VerticalCurvedList"/>
    <dgm:cxn modelId="{6CCBF735-FA4E-4BAD-BECD-E40A601AA018}" type="presOf" srcId="{8CB17D9E-9829-4D8E-B3B9-026A1C69E79D}" destId="{1D7FB963-5209-45F5-A470-D5C5E67A7CEE}" srcOrd="0" destOrd="0" presId="urn:microsoft.com/office/officeart/2008/layout/VerticalCurvedList"/>
    <dgm:cxn modelId="{7E035B3A-C53B-4FB7-85AB-8306E19B824A}" type="presOf" srcId="{A4E880D2-AA56-4736-96EF-E917F873FD78}" destId="{BE445B84-52CE-4958-9123-BFD611A329E8}" srcOrd="0" destOrd="0" presId="urn:microsoft.com/office/officeart/2008/layout/VerticalCurvedList"/>
    <dgm:cxn modelId="{26BEBD5E-A4DA-490A-99FA-3EE2DD601D86}" srcId="{28BC9DEB-8377-4386-AE7D-FD4B94764354}" destId="{68B3FD89-455D-4416-B028-075CFE88DFE1}" srcOrd="1" destOrd="0" parTransId="{77DC19BF-5ED1-43FA-830F-C449AA055384}" sibTransId="{C9ED8A4C-98DC-4492-97B7-EB86521D179D}"/>
    <dgm:cxn modelId="{B01A7F73-E8D3-42B3-9345-FE25AB8F78B6}" srcId="{28BC9DEB-8377-4386-AE7D-FD4B94764354}" destId="{8CB17D9E-9829-4D8E-B3B9-026A1C69E79D}" srcOrd="4" destOrd="0" parTransId="{7EBFFEDD-C076-410B-92DA-6C45A415A4D1}" sibTransId="{AE67B172-5EFC-4025-BC07-9BD1ECF2D050}"/>
    <dgm:cxn modelId="{5B162B74-B522-4BC4-AC2C-DAF66A9A3F92}" srcId="{28BC9DEB-8377-4386-AE7D-FD4B94764354}" destId="{2E23E316-AF59-41B8-BE5F-50AA0BAD6E57}" srcOrd="3" destOrd="0" parTransId="{04922416-79A2-437A-8AEE-05F9289D4466}" sibTransId="{3666775D-A745-4078-A833-7C7653103817}"/>
    <dgm:cxn modelId="{7BD7E656-B45E-4411-98A1-BCB7C32F41CC}" type="presOf" srcId="{8D4D8076-0B20-46E1-BB43-1DA332703004}" destId="{09D8A080-17B3-4CC4-A46E-EAC9813A7907}" srcOrd="0" destOrd="0" presId="urn:microsoft.com/office/officeart/2008/layout/VerticalCurvedList"/>
    <dgm:cxn modelId="{7FFEC7CF-953D-4A22-80A2-E3147A5995B7}" type="presOf" srcId="{474AC6C8-CD2D-424F-92EC-06DCAE16157B}" destId="{821AA584-C3D3-4047-9DAD-09F73459EE0B}" srcOrd="0" destOrd="0" presId="urn:microsoft.com/office/officeart/2008/layout/VerticalCurvedList"/>
    <dgm:cxn modelId="{481188E2-E52A-4347-8F0B-47FFF5A5E821}" type="presOf" srcId="{28BC9DEB-8377-4386-AE7D-FD4B94764354}" destId="{F39DDD8F-249F-4022-9D11-73AE7ED89CAC}" srcOrd="0" destOrd="0" presId="urn:microsoft.com/office/officeart/2008/layout/VerticalCurvedList"/>
    <dgm:cxn modelId="{1DA5456C-ECF9-49D2-9B40-C887C6D48334}" type="presParOf" srcId="{F39DDD8F-249F-4022-9D11-73AE7ED89CAC}" destId="{3A4F6E71-C86D-4360-90DE-17705A9E8AE6}" srcOrd="0" destOrd="0" presId="urn:microsoft.com/office/officeart/2008/layout/VerticalCurvedList"/>
    <dgm:cxn modelId="{DA6B5B62-C5A6-4A4B-A244-B9069B1EF1C3}" type="presParOf" srcId="{3A4F6E71-C86D-4360-90DE-17705A9E8AE6}" destId="{190D553E-CE52-4FAE-828F-2A3F900E38BB}" srcOrd="0" destOrd="0" presId="urn:microsoft.com/office/officeart/2008/layout/VerticalCurvedList"/>
    <dgm:cxn modelId="{E3B55D50-7166-492B-8B31-28B40F573D83}" type="presParOf" srcId="{190D553E-CE52-4FAE-828F-2A3F900E38BB}" destId="{26558EE2-DC09-4CDD-AA40-5D03214E38C0}" srcOrd="0" destOrd="0" presId="urn:microsoft.com/office/officeart/2008/layout/VerticalCurvedList"/>
    <dgm:cxn modelId="{685F1C04-7568-4C36-A0F1-A7D0E244C1A1}" type="presParOf" srcId="{190D553E-CE52-4FAE-828F-2A3F900E38BB}" destId="{09D8A080-17B3-4CC4-A46E-EAC9813A7907}" srcOrd="1" destOrd="0" presId="urn:microsoft.com/office/officeart/2008/layout/VerticalCurvedList"/>
    <dgm:cxn modelId="{9425D5AA-7C57-4413-B674-8F8C20F7DC1B}" type="presParOf" srcId="{190D553E-CE52-4FAE-828F-2A3F900E38BB}" destId="{5D05EB06-04B0-446B-95DB-81BD53C2807F}" srcOrd="2" destOrd="0" presId="urn:microsoft.com/office/officeart/2008/layout/VerticalCurvedList"/>
    <dgm:cxn modelId="{7AE5B648-05E0-492D-AFB5-98CEEFE06B25}" type="presParOf" srcId="{190D553E-CE52-4FAE-828F-2A3F900E38BB}" destId="{F68859BD-DC03-4D84-8F76-D668A6C42D33}" srcOrd="3" destOrd="0" presId="urn:microsoft.com/office/officeart/2008/layout/VerticalCurvedList"/>
    <dgm:cxn modelId="{B3A0F77E-D3C8-4420-8919-3C7B4067BDCF}" type="presParOf" srcId="{3A4F6E71-C86D-4360-90DE-17705A9E8AE6}" destId="{2CDBE3B6-4CC7-42DF-B5A7-FAC7FE561486}" srcOrd="1" destOrd="0" presId="urn:microsoft.com/office/officeart/2008/layout/VerticalCurvedList"/>
    <dgm:cxn modelId="{473DFF62-E1AE-495C-875D-6740E263B3B5}" type="presParOf" srcId="{3A4F6E71-C86D-4360-90DE-17705A9E8AE6}" destId="{42DA7466-4098-4112-9C81-0676485B2FC0}" srcOrd="2" destOrd="0" presId="urn:microsoft.com/office/officeart/2008/layout/VerticalCurvedList"/>
    <dgm:cxn modelId="{72C2DBDC-B905-4B86-B3C7-214048E4A5E9}" type="presParOf" srcId="{42DA7466-4098-4112-9C81-0676485B2FC0}" destId="{6CE0CFB2-603E-40B7-A0DC-8ED90D955A4E}" srcOrd="0" destOrd="0" presId="urn:microsoft.com/office/officeart/2008/layout/VerticalCurvedList"/>
    <dgm:cxn modelId="{02DA8873-398B-4598-AAC3-18421F8216CE}" type="presParOf" srcId="{3A4F6E71-C86D-4360-90DE-17705A9E8AE6}" destId="{30B4CE4F-D03E-4646-A15A-796FD4B61B99}" srcOrd="3" destOrd="0" presId="urn:microsoft.com/office/officeart/2008/layout/VerticalCurvedList"/>
    <dgm:cxn modelId="{7017A2F4-CFCF-428E-AA61-1EE2E285F536}" type="presParOf" srcId="{3A4F6E71-C86D-4360-90DE-17705A9E8AE6}" destId="{91D49AB3-D9EB-456C-A988-734C48454623}" srcOrd="4" destOrd="0" presId="urn:microsoft.com/office/officeart/2008/layout/VerticalCurvedList"/>
    <dgm:cxn modelId="{B6BC147C-9009-418F-B49A-DB9581526BBA}" type="presParOf" srcId="{91D49AB3-D9EB-456C-A988-734C48454623}" destId="{1F4AC58C-C3D0-412D-8945-788C66E727E2}" srcOrd="0" destOrd="0" presId="urn:microsoft.com/office/officeart/2008/layout/VerticalCurvedList"/>
    <dgm:cxn modelId="{DA0F3111-CFD4-42DB-8A6E-19CF10A5DF51}" type="presParOf" srcId="{3A4F6E71-C86D-4360-90DE-17705A9E8AE6}" destId="{821AA584-C3D3-4047-9DAD-09F73459EE0B}" srcOrd="5" destOrd="0" presId="urn:microsoft.com/office/officeart/2008/layout/VerticalCurvedList"/>
    <dgm:cxn modelId="{3BED5830-68F7-4378-9210-035555415D89}" type="presParOf" srcId="{3A4F6E71-C86D-4360-90DE-17705A9E8AE6}" destId="{B7CB148A-E6AC-460A-A980-3BA96E19A926}" srcOrd="6" destOrd="0" presId="urn:microsoft.com/office/officeart/2008/layout/VerticalCurvedList"/>
    <dgm:cxn modelId="{2C8182EC-499C-4CE3-A62B-BD36FAD27D10}" type="presParOf" srcId="{B7CB148A-E6AC-460A-A980-3BA96E19A926}" destId="{5A606032-4BC8-49C7-8FDA-458F531A392C}" srcOrd="0" destOrd="0" presId="urn:microsoft.com/office/officeart/2008/layout/VerticalCurvedList"/>
    <dgm:cxn modelId="{9C3EEB25-2318-4320-AEC7-2CEAF7701DBD}" type="presParOf" srcId="{3A4F6E71-C86D-4360-90DE-17705A9E8AE6}" destId="{0636A70E-A9BC-4792-9C31-7800E0DB5251}" srcOrd="7" destOrd="0" presId="urn:microsoft.com/office/officeart/2008/layout/VerticalCurvedList"/>
    <dgm:cxn modelId="{329F226F-71EA-40D9-B2C7-1B9F481BA06A}" type="presParOf" srcId="{3A4F6E71-C86D-4360-90DE-17705A9E8AE6}" destId="{DB79F259-D88A-4656-8E03-303C357C17AA}" srcOrd="8" destOrd="0" presId="urn:microsoft.com/office/officeart/2008/layout/VerticalCurvedList"/>
    <dgm:cxn modelId="{6D8897D1-ADF2-4085-91F5-B8242CE8E02C}" type="presParOf" srcId="{DB79F259-D88A-4656-8E03-303C357C17AA}" destId="{B9558E11-0554-4D49-9CDA-3485BBFC6196}" srcOrd="0" destOrd="0" presId="urn:microsoft.com/office/officeart/2008/layout/VerticalCurvedList"/>
    <dgm:cxn modelId="{2893A30A-5F13-4C4F-AEFC-A7B3DFB74C0A}" type="presParOf" srcId="{3A4F6E71-C86D-4360-90DE-17705A9E8AE6}" destId="{1D7FB963-5209-45F5-A470-D5C5E67A7CEE}" srcOrd="9" destOrd="0" presId="urn:microsoft.com/office/officeart/2008/layout/VerticalCurvedList"/>
    <dgm:cxn modelId="{AA752A1B-B20C-41BF-91C2-6730852994D7}" type="presParOf" srcId="{3A4F6E71-C86D-4360-90DE-17705A9E8AE6}" destId="{D584E489-1D2F-4EED-B76B-280573EB6F89}" srcOrd="10" destOrd="0" presId="urn:microsoft.com/office/officeart/2008/layout/VerticalCurvedList"/>
    <dgm:cxn modelId="{132EB9FC-6EB2-411E-BE25-EDB87717F8E0}" type="presParOf" srcId="{D584E489-1D2F-4EED-B76B-280573EB6F89}" destId="{955114A8-6335-40F4-8F23-280A40F264D6}" srcOrd="0" destOrd="0" presId="urn:microsoft.com/office/officeart/2008/layout/VerticalCurvedList"/>
    <dgm:cxn modelId="{76AB76EF-FA33-49A8-AA61-737DC9E5805B}" type="presParOf" srcId="{3A4F6E71-C86D-4360-90DE-17705A9E8AE6}" destId="{BE445B84-52CE-4958-9123-BFD611A329E8}" srcOrd="11" destOrd="0" presId="urn:microsoft.com/office/officeart/2008/layout/VerticalCurvedList"/>
    <dgm:cxn modelId="{278C5273-66C4-489B-8E6A-BD3D462429CA}" type="presParOf" srcId="{3A4F6E71-C86D-4360-90DE-17705A9E8AE6}" destId="{5E6473AB-248C-4113-841F-CE78D411DB0B}" srcOrd="12" destOrd="0" presId="urn:microsoft.com/office/officeart/2008/layout/VerticalCurvedList"/>
    <dgm:cxn modelId="{53D6AF09-0F65-41ED-A7B4-CFA58B6445F4}" type="presParOf" srcId="{5E6473AB-248C-4113-841F-CE78D411DB0B}" destId="{6C2D4023-6CC3-4D70-ACC6-B30B8C19BA0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298423-9BA0-4CC6-9012-2A214E67093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M"/>
        </a:p>
      </dgm:t>
    </dgm:pt>
    <dgm:pt modelId="{A03CAF44-D325-4C8D-A03A-B4903BC48718}">
      <dgm:prSet phldrT="[Texte]"/>
      <dgm:spPr/>
      <dgm:t>
        <a:bodyPr/>
        <a:lstStyle/>
        <a:p>
          <a:r>
            <a:rPr lang="fr-FR" b="1" dirty="0"/>
            <a:t>Keystone</a:t>
          </a:r>
          <a:endParaRPr lang="fr-CM" dirty="0"/>
        </a:p>
      </dgm:t>
    </dgm:pt>
    <dgm:pt modelId="{7B563574-4B78-4FCD-8E5E-814149CBD9C3}" type="parTrans" cxnId="{09CB97E9-5F16-4620-9F4D-CFE28FECEE38}">
      <dgm:prSet/>
      <dgm:spPr/>
      <dgm:t>
        <a:bodyPr/>
        <a:lstStyle/>
        <a:p>
          <a:endParaRPr lang="fr-CM"/>
        </a:p>
      </dgm:t>
    </dgm:pt>
    <dgm:pt modelId="{1E26ABE4-41F4-4E70-8907-C0B505B6842C}" type="sibTrans" cxnId="{09CB97E9-5F16-4620-9F4D-CFE28FECEE38}">
      <dgm:prSet/>
      <dgm:spPr/>
      <dgm:t>
        <a:bodyPr/>
        <a:lstStyle/>
        <a:p>
          <a:endParaRPr lang="fr-CM"/>
        </a:p>
      </dgm:t>
    </dgm:pt>
    <dgm:pt modelId="{79AF9A25-3644-45E2-9EED-A9E962CEE7A1}">
      <dgm:prSet/>
      <dgm:spPr/>
      <dgm:t>
        <a:bodyPr/>
        <a:lstStyle/>
        <a:p>
          <a:r>
            <a:rPr lang="fr-FR" b="1" dirty="0"/>
            <a:t>Nova</a:t>
          </a:r>
          <a:endParaRPr lang="fr-FR" dirty="0"/>
        </a:p>
      </dgm:t>
    </dgm:pt>
    <dgm:pt modelId="{A83D011F-5E6E-4911-B5FE-7A1301D934B6}" type="parTrans" cxnId="{0633D4A5-A922-43D0-B7F4-03C48080D9E9}">
      <dgm:prSet/>
      <dgm:spPr/>
      <dgm:t>
        <a:bodyPr/>
        <a:lstStyle/>
        <a:p>
          <a:endParaRPr lang="fr-CM"/>
        </a:p>
      </dgm:t>
    </dgm:pt>
    <dgm:pt modelId="{70627F78-8D6E-4745-BB94-A3D77D7F51E6}" type="sibTrans" cxnId="{0633D4A5-A922-43D0-B7F4-03C48080D9E9}">
      <dgm:prSet/>
      <dgm:spPr/>
      <dgm:t>
        <a:bodyPr/>
        <a:lstStyle/>
        <a:p>
          <a:endParaRPr lang="fr-CM"/>
        </a:p>
      </dgm:t>
    </dgm:pt>
    <dgm:pt modelId="{4386BCEA-CBEE-4A5A-9155-155F6D1DAB4D}">
      <dgm:prSet/>
      <dgm:spPr/>
      <dgm:t>
        <a:bodyPr/>
        <a:lstStyle/>
        <a:p>
          <a:r>
            <a:rPr lang="fr-FR" b="1" dirty="0"/>
            <a:t>Neutron</a:t>
          </a:r>
          <a:endParaRPr lang="fr-FR" dirty="0"/>
        </a:p>
      </dgm:t>
    </dgm:pt>
    <dgm:pt modelId="{06703EBF-7459-474A-BA07-F5E2DC23AE83}" type="parTrans" cxnId="{6E233E7C-0E86-4537-8AE9-92CF17F6AC97}">
      <dgm:prSet/>
      <dgm:spPr/>
      <dgm:t>
        <a:bodyPr/>
        <a:lstStyle/>
        <a:p>
          <a:endParaRPr lang="fr-CM"/>
        </a:p>
      </dgm:t>
    </dgm:pt>
    <dgm:pt modelId="{6F7CCFAE-CF27-41D4-83A2-BEE543DBBB85}" type="sibTrans" cxnId="{6E233E7C-0E86-4537-8AE9-92CF17F6AC97}">
      <dgm:prSet/>
      <dgm:spPr/>
      <dgm:t>
        <a:bodyPr/>
        <a:lstStyle/>
        <a:p>
          <a:endParaRPr lang="fr-CM"/>
        </a:p>
      </dgm:t>
    </dgm:pt>
    <dgm:pt modelId="{5DCE4C76-E334-4C92-A9AC-497C8800B543}">
      <dgm:prSet/>
      <dgm:spPr/>
      <dgm:t>
        <a:bodyPr/>
        <a:lstStyle/>
        <a:p>
          <a:r>
            <a:rPr lang="fr-FR" b="1" dirty="0" err="1"/>
            <a:t>Ceilometer</a:t>
          </a:r>
          <a:endParaRPr lang="fr-FR" dirty="0"/>
        </a:p>
      </dgm:t>
    </dgm:pt>
    <dgm:pt modelId="{30AB0D30-D45B-44C7-A280-F2CB865055C7}" type="parTrans" cxnId="{D9F0F076-20B2-4ED5-B900-F973A5867123}">
      <dgm:prSet/>
      <dgm:spPr/>
      <dgm:t>
        <a:bodyPr/>
        <a:lstStyle/>
        <a:p>
          <a:endParaRPr lang="fr-CM"/>
        </a:p>
      </dgm:t>
    </dgm:pt>
    <dgm:pt modelId="{5EEF822E-3229-4E5C-BFDE-91BF8EB77730}" type="sibTrans" cxnId="{D9F0F076-20B2-4ED5-B900-F973A5867123}">
      <dgm:prSet/>
      <dgm:spPr/>
      <dgm:t>
        <a:bodyPr/>
        <a:lstStyle/>
        <a:p>
          <a:endParaRPr lang="fr-CM"/>
        </a:p>
      </dgm:t>
    </dgm:pt>
    <dgm:pt modelId="{B45FD6F4-F6E0-4B9A-A4A9-D869BEC7EE7F}">
      <dgm:prSet/>
      <dgm:spPr/>
      <dgm:t>
        <a:bodyPr/>
        <a:lstStyle/>
        <a:p>
          <a:r>
            <a:rPr lang="fr-FR" b="1" dirty="0"/>
            <a:t>Gnocchi</a:t>
          </a:r>
          <a:endParaRPr lang="fr-FR" dirty="0"/>
        </a:p>
      </dgm:t>
    </dgm:pt>
    <dgm:pt modelId="{5E8C6A4F-42A8-4308-A5C8-79AF194BF47A}" type="parTrans" cxnId="{A0D3746E-E5FB-4938-8EE6-07C50931328D}">
      <dgm:prSet/>
      <dgm:spPr/>
      <dgm:t>
        <a:bodyPr/>
        <a:lstStyle/>
        <a:p>
          <a:endParaRPr lang="fr-CM"/>
        </a:p>
      </dgm:t>
    </dgm:pt>
    <dgm:pt modelId="{337BD175-2949-4D73-9815-439C9424A0E8}" type="sibTrans" cxnId="{A0D3746E-E5FB-4938-8EE6-07C50931328D}">
      <dgm:prSet/>
      <dgm:spPr/>
      <dgm:t>
        <a:bodyPr/>
        <a:lstStyle/>
        <a:p>
          <a:endParaRPr lang="fr-CM"/>
        </a:p>
      </dgm:t>
    </dgm:pt>
    <dgm:pt modelId="{02A4C9BA-DFEE-4DF5-B167-BBFF5738AA89}">
      <dgm:prSet phldrT="[Texte]"/>
      <dgm:spPr/>
      <dgm:t>
        <a:bodyPr/>
        <a:lstStyle/>
        <a:p>
          <a:r>
            <a:rPr lang="fr-FR" dirty="0"/>
            <a:t>Gestion de l'authentification et des jetons (</a:t>
          </a:r>
          <a:r>
            <a:rPr lang="fr-FR" dirty="0" err="1"/>
            <a:t>Tokens</a:t>
          </a:r>
          <a:r>
            <a:rPr lang="fr-FR" dirty="0"/>
            <a:t>) pour accéder aux API.</a:t>
          </a:r>
          <a:endParaRPr lang="fr-CM" dirty="0"/>
        </a:p>
      </dgm:t>
    </dgm:pt>
    <dgm:pt modelId="{67CB88D2-EC17-473B-994D-6E207B9FC22C}" type="parTrans" cxnId="{C7A240E0-1FC7-4DCE-9AF2-F343BCC82813}">
      <dgm:prSet/>
      <dgm:spPr/>
      <dgm:t>
        <a:bodyPr/>
        <a:lstStyle/>
        <a:p>
          <a:endParaRPr lang="fr-CM"/>
        </a:p>
      </dgm:t>
    </dgm:pt>
    <dgm:pt modelId="{0D9383EE-86C3-4764-AA89-AC26D28E394E}" type="sibTrans" cxnId="{C7A240E0-1FC7-4DCE-9AF2-F343BCC82813}">
      <dgm:prSet/>
      <dgm:spPr/>
      <dgm:t>
        <a:bodyPr/>
        <a:lstStyle/>
        <a:p>
          <a:endParaRPr lang="fr-CM"/>
        </a:p>
      </dgm:t>
    </dgm:pt>
    <dgm:pt modelId="{F35EABBA-D829-45CE-BDA1-7C7D97720FED}">
      <dgm:prSet/>
      <dgm:spPr/>
      <dgm:t>
        <a:bodyPr/>
        <a:lstStyle/>
        <a:p>
          <a:r>
            <a:rPr lang="fr-FR"/>
            <a:t>Fournit </a:t>
          </a:r>
          <a:r>
            <a:rPr lang="fr-FR" dirty="0"/>
            <a:t>les métriques liées au calcul (CPU, RAM des instances).</a:t>
          </a:r>
        </a:p>
      </dgm:t>
    </dgm:pt>
    <dgm:pt modelId="{817BB195-E67D-4E5C-B61B-D5ADAAA58D31}" type="parTrans" cxnId="{B11E1ABE-FDE9-4DA3-A4B1-CE99C76889FF}">
      <dgm:prSet/>
      <dgm:spPr/>
      <dgm:t>
        <a:bodyPr/>
        <a:lstStyle/>
        <a:p>
          <a:endParaRPr lang="fr-CM"/>
        </a:p>
      </dgm:t>
    </dgm:pt>
    <dgm:pt modelId="{215F74BD-E094-4876-B8CF-E9864B126332}" type="sibTrans" cxnId="{B11E1ABE-FDE9-4DA3-A4B1-CE99C76889FF}">
      <dgm:prSet/>
      <dgm:spPr/>
      <dgm:t>
        <a:bodyPr/>
        <a:lstStyle/>
        <a:p>
          <a:endParaRPr lang="fr-CM"/>
        </a:p>
      </dgm:t>
    </dgm:pt>
    <dgm:pt modelId="{7EDA2C1F-B2B1-4A01-BFB1-8EBB9A1FD354}">
      <dgm:prSet/>
      <dgm:spPr/>
      <dgm:t>
        <a:bodyPr/>
        <a:lstStyle/>
        <a:p>
          <a:r>
            <a:rPr lang="fr-FR" dirty="0"/>
            <a:t> Fournit les données sur le trafic réseau et la bande passante.</a:t>
          </a:r>
        </a:p>
      </dgm:t>
    </dgm:pt>
    <dgm:pt modelId="{FF18E557-24FA-4280-ACFF-83D4944D9167}" type="parTrans" cxnId="{B07E1B4E-E9CC-4834-8A0C-18A7BAAD8F81}">
      <dgm:prSet/>
      <dgm:spPr/>
      <dgm:t>
        <a:bodyPr/>
        <a:lstStyle/>
        <a:p>
          <a:endParaRPr lang="fr-CM"/>
        </a:p>
      </dgm:t>
    </dgm:pt>
    <dgm:pt modelId="{8214A15D-CE65-4CC3-BC83-375D7A1E928E}" type="sibTrans" cxnId="{B07E1B4E-E9CC-4834-8A0C-18A7BAAD8F81}">
      <dgm:prSet/>
      <dgm:spPr/>
      <dgm:t>
        <a:bodyPr/>
        <a:lstStyle/>
        <a:p>
          <a:endParaRPr lang="fr-CM"/>
        </a:p>
      </dgm:t>
    </dgm:pt>
    <dgm:pt modelId="{65DDA80F-9998-4603-B847-464D792C0328}">
      <dgm:prSet/>
      <dgm:spPr/>
      <dgm:t>
        <a:bodyPr/>
        <a:lstStyle/>
        <a:p>
          <a:r>
            <a:rPr lang="fr-FR" dirty="0"/>
            <a:t> L'agent de collecte qui récupère les mesures de chaque service.</a:t>
          </a:r>
        </a:p>
      </dgm:t>
    </dgm:pt>
    <dgm:pt modelId="{4A8AB6FF-2CA5-43F5-9103-7FF8CD1A610E}" type="parTrans" cxnId="{8A8B0A37-8B4E-4799-A672-946B133F476B}">
      <dgm:prSet/>
      <dgm:spPr/>
      <dgm:t>
        <a:bodyPr/>
        <a:lstStyle/>
        <a:p>
          <a:endParaRPr lang="fr-CM"/>
        </a:p>
      </dgm:t>
    </dgm:pt>
    <dgm:pt modelId="{71A39416-6526-4B06-8DC6-30753DA499A1}" type="sibTrans" cxnId="{8A8B0A37-8B4E-4799-A672-946B133F476B}">
      <dgm:prSet/>
      <dgm:spPr/>
      <dgm:t>
        <a:bodyPr/>
        <a:lstStyle/>
        <a:p>
          <a:endParaRPr lang="fr-CM"/>
        </a:p>
      </dgm:t>
    </dgm:pt>
    <dgm:pt modelId="{DEA3676D-ED80-4BDF-BF81-2065DE65FABF}">
      <dgm:prSet/>
      <dgm:spPr/>
      <dgm:t>
        <a:bodyPr/>
        <a:lstStyle/>
        <a:p>
          <a:r>
            <a:rPr lang="fr-FR" dirty="0"/>
            <a:t> La base de données de séries temporelles qui indexe et stocke les ressources et les mesures.</a:t>
          </a:r>
        </a:p>
      </dgm:t>
    </dgm:pt>
    <dgm:pt modelId="{FD0F52B5-F9AA-4BAF-A25C-EB654BBB8BEF}" type="parTrans" cxnId="{E17DBE9C-1899-40E5-B1CE-2802AAC98658}">
      <dgm:prSet/>
      <dgm:spPr/>
      <dgm:t>
        <a:bodyPr/>
        <a:lstStyle/>
        <a:p>
          <a:endParaRPr lang="fr-CM"/>
        </a:p>
      </dgm:t>
    </dgm:pt>
    <dgm:pt modelId="{67E99D17-6887-4F78-9D45-7D1B6474D681}" type="sibTrans" cxnId="{E17DBE9C-1899-40E5-B1CE-2802AAC98658}">
      <dgm:prSet/>
      <dgm:spPr/>
      <dgm:t>
        <a:bodyPr/>
        <a:lstStyle/>
        <a:p>
          <a:endParaRPr lang="fr-CM"/>
        </a:p>
      </dgm:t>
    </dgm:pt>
    <dgm:pt modelId="{79F70EA0-B61A-4D89-8540-C68E844BB5C5}" type="pres">
      <dgm:prSet presAssocID="{53298423-9BA0-4CC6-9012-2A214E670931}" presName="linear" presStyleCnt="0">
        <dgm:presLayoutVars>
          <dgm:dir/>
          <dgm:animLvl val="lvl"/>
          <dgm:resizeHandles val="exact"/>
        </dgm:presLayoutVars>
      </dgm:prSet>
      <dgm:spPr/>
    </dgm:pt>
    <dgm:pt modelId="{B166B86C-408F-4576-B65F-D11E514F8033}" type="pres">
      <dgm:prSet presAssocID="{A03CAF44-D325-4C8D-A03A-B4903BC48718}" presName="parentLin" presStyleCnt="0"/>
      <dgm:spPr/>
    </dgm:pt>
    <dgm:pt modelId="{F2C891BB-BFA0-430E-919C-703FB7AA6267}" type="pres">
      <dgm:prSet presAssocID="{A03CAF44-D325-4C8D-A03A-B4903BC48718}" presName="parentLeftMargin" presStyleLbl="node1" presStyleIdx="0" presStyleCnt="5"/>
      <dgm:spPr/>
    </dgm:pt>
    <dgm:pt modelId="{E4630720-086F-49DC-B716-2D59A087D718}" type="pres">
      <dgm:prSet presAssocID="{A03CAF44-D325-4C8D-A03A-B4903BC4871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09346A2-4418-466B-8E74-28BDCA1C83FD}" type="pres">
      <dgm:prSet presAssocID="{A03CAF44-D325-4C8D-A03A-B4903BC48718}" presName="negativeSpace" presStyleCnt="0"/>
      <dgm:spPr/>
    </dgm:pt>
    <dgm:pt modelId="{2C574385-2288-4B23-A162-1B66A806514C}" type="pres">
      <dgm:prSet presAssocID="{A03CAF44-D325-4C8D-A03A-B4903BC48718}" presName="childText" presStyleLbl="conFgAcc1" presStyleIdx="0" presStyleCnt="5">
        <dgm:presLayoutVars>
          <dgm:bulletEnabled val="1"/>
        </dgm:presLayoutVars>
      </dgm:prSet>
      <dgm:spPr/>
    </dgm:pt>
    <dgm:pt modelId="{7ABF90EC-060C-4838-A251-3A3FA8652DAE}" type="pres">
      <dgm:prSet presAssocID="{1E26ABE4-41F4-4E70-8907-C0B505B6842C}" presName="spaceBetweenRectangles" presStyleCnt="0"/>
      <dgm:spPr/>
    </dgm:pt>
    <dgm:pt modelId="{B824B932-4CD7-4FD5-8046-E7E7C25391C1}" type="pres">
      <dgm:prSet presAssocID="{79AF9A25-3644-45E2-9EED-A9E962CEE7A1}" presName="parentLin" presStyleCnt="0"/>
      <dgm:spPr/>
    </dgm:pt>
    <dgm:pt modelId="{51717705-973B-4852-8B5F-559D92E241FA}" type="pres">
      <dgm:prSet presAssocID="{79AF9A25-3644-45E2-9EED-A9E962CEE7A1}" presName="parentLeftMargin" presStyleLbl="node1" presStyleIdx="0" presStyleCnt="5"/>
      <dgm:spPr/>
    </dgm:pt>
    <dgm:pt modelId="{87BCB1B0-C78E-4904-B8F4-FCCBFB4AFD0F}" type="pres">
      <dgm:prSet presAssocID="{79AF9A25-3644-45E2-9EED-A9E962CEE7A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2B10A1-3090-44B9-9CFB-EE575FF8BE61}" type="pres">
      <dgm:prSet presAssocID="{79AF9A25-3644-45E2-9EED-A9E962CEE7A1}" presName="negativeSpace" presStyleCnt="0"/>
      <dgm:spPr/>
    </dgm:pt>
    <dgm:pt modelId="{E893A2AF-D62D-4DF0-94D4-CB88AD8EB2F6}" type="pres">
      <dgm:prSet presAssocID="{79AF9A25-3644-45E2-9EED-A9E962CEE7A1}" presName="childText" presStyleLbl="conFgAcc1" presStyleIdx="1" presStyleCnt="5">
        <dgm:presLayoutVars>
          <dgm:bulletEnabled val="1"/>
        </dgm:presLayoutVars>
      </dgm:prSet>
      <dgm:spPr/>
    </dgm:pt>
    <dgm:pt modelId="{4A02E4C5-A298-4335-9998-F31BF03E9917}" type="pres">
      <dgm:prSet presAssocID="{70627F78-8D6E-4745-BB94-A3D77D7F51E6}" presName="spaceBetweenRectangles" presStyleCnt="0"/>
      <dgm:spPr/>
    </dgm:pt>
    <dgm:pt modelId="{EEEFC887-2A4C-4578-B69D-F19339892B1C}" type="pres">
      <dgm:prSet presAssocID="{4386BCEA-CBEE-4A5A-9155-155F6D1DAB4D}" presName="parentLin" presStyleCnt="0"/>
      <dgm:spPr/>
    </dgm:pt>
    <dgm:pt modelId="{3BCCA445-8ECE-4AE7-A890-B136A4D0622C}" type="pres">
      <dgm:prSet presAssocID="{4386BCEA-CBEE-4A5A-9155-155F6D1DAB4D}" presName="parentLeftMargin" presStyleLbl="node1" presStyleIdx="1" presStyleCnt="5"/>
      <dgm:spPr/>
    </dgm:pt>
    <dgm:pt modelId="{3F3F17F8-D8D3-404C-BD8C-2D989FC1AFCA}" type="pres">
      <dgm:prSet presAssocID="{4386BCEA-CBEE-4A5A-9155-155F6D1DAB4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FE495A4-1DB2-4DA5-8401-3954C2BE9F50}" type="pres">
      <dgm:prSet presAssocID="{4386BCEA-CBEE-4A5A-9155-155F6D1DAB4D}" presName="negativeSpace" presStyleCnt="0"/>
      <dgm:spPr/>
    </dgm:pt>
    <dgm:pt modelId="{CD8B7C51-CB78-4C29-8D53-6B3DEDB8B236}" type="pres">
      <dgm:prSet presAssocID="{4386BCEA-CBEE-4A5A-9155-155F6D1DAB4D}" presName="childText" presStyleLbl="conFgAcc1" presStyleIdx="2" presStyleCnt="5">
        <dgm:presLayoutVars>
          <dgm:bulletEnabled val="1"/>
        </dgm:presLayoutVars>
      </dgm:prSet>
      <dgm:spPr/>
    </dgm:pt>
    <dgm:pt modelId="{5DD5207B-09ED-4EF5-8BB9-E60DF14793E0}" type="pres">
      <dgm:prSet presAssocID="{6F7CCFAE-CF27-41D4-83A2-BEE543DBBB85}" presName="spaceBetweenRectangles" presStyleCnt="0"/>
      <dgm:spPr/>
    </dgm:pt>
    <dgm:pt modelId="{5361A6D9-9252-494B-A679-A5581A2EDE5C}" type="pres">
      <dgm:prSet presAssocID="{5DCE4C76-E334-4C92-A9AC-497C8800B543}" presName="parentLin" presStyleCnt="0"/>
      <dgm:spPr/>
    </dgm:pt>
    <dgm:pt modelId="{B0001BFE-C432-4B56-975B-9B1936F58F85}" type="pres">
      <dgm:prSet presAssocID="{5DCE4C76-E334-4C92-A9AC-497C8800B543}" presName="parentLeftMargin" presStyleLbl="node1" presStyleIdx="2" presStyleCnt="5"/>
      <dgm:spPr/>
    </dgm:pt>
    <dgm:pt modelId="{A7D1672F-EF9C-4AB1-AB76-6CADDBCD9171}" type="pres">
      <dgm:prSet presAssocID="{5DCE4C76-E334-4C92-A9AC-497C8800B54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47EEC0A-097F-473A-A984-C80EE6C9FFC7}" type="pres">
      <dgm:prSet presAssocID="{5DCE4C76-E334-4C92-A9AC-497C8800B543}" presName="negativeSpace" presStyleCnt="0"/>
      <dgm:spPr/>
    </dgm:pt>
    <dgm:pt modelId="{8CB5F819-8C30-4E3B-BCE3-10CAFD75E12C}" type="pres">
      <dgm:prSet presAssocID="{5DCE4C76-E334-4C92-A9AC-497C8800B543}" presName="childText" presStyleLbl="conFgAcc1" presStyleIdx="3" presStyleCnt="5">
        <dgm:presLayoutVars>
          <dgm:bulletEnabled val="1"/>
        </dgm:presLayoutVars>
      </dgm:prSet>
      <dgm:spPr/>
    </dgm:pt>
    <dgm:pt modelId="{1CBDB3CD-DBC8-4319-AF8C-F5684E81E0A5}" type="pres">
      <dgm:prSet presAssocID="{5EEF822E-3229-4E5C-BFDE-91BF8EB77730}" presName="spaceBetweenRectangles" presStyleCnt="0"/>
      <dgm:spPr/>
    </dgm:pt>
    <dgm:pt modelId="{22F0C59A-E86A-42EA-B591-61D461948EEB}" type="pres">
      <dgm:prSet presAssocID="{B45FD6F4-F6E0-4B9A-A4A9-D869BEC7EE7F}" presName="parentLin" presStyleCnt="0"/>
      <dgm:spPr/>
    </dgm:pt>
    <dgm:pt modelId="{BFD690B8-F9B7-4A07-98E8-44661E6FECB7}" type="pres">
      <dgm:prSet presAssocID="{B45FD6F4-F6E0-4B9A-A4A9-D869BEC7EE7F}" presName="parentLeftMargin" presStyleLbl="node1" presStyleIdx="3" presStyleCnt="5"/>
      <dgm:spPr/>
    </dgm:pt>
    <dgm:pt modelId="{9C260C9C-52D8-43A9-B676-2740017488A0}" type="pres">
      <dgm:prSet presAssocID="{B45FD6F4-F6E0-4B9A-A4A9-D869BEC7EE7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E28DF0AE-FC43-44E0-988C-9C4629198BCA}" type="pres">
      <dgm:prSet presAssocID="{B45FD6F4-F6E0-4B9A-A4A9-D869BEC7EE7F}" presName="negativeSpace" presStyleCnt="0"/>
      <dgm:spPr/>
    </dgm:pt>
    <dgm:pt modelId="{CBB4C074-AB36-4ADB-9EE4-E7047AC7DC97}" type="pres">
      <dgm:prSet presAssocID="{B45FD6F4-F6E0-4B9A-A4A9-D869BEC7EE7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0AE8208-8FF4-4A25-B74B-C998D105CFEA}" type="presOf" srcId="{53298423-9BA0-4CC6-9012-2A214E670931}" destId="{79F70EA0-B61A-4D89-8540-C68E844BB5C5}" srcOrd="0" destOrd="0" presId="urn:microsoft.com/office/officeart/2005/8/layout/list1"/>
    <dgm:cxn modelId="{8A8B0A37-8B4E-4799-A672-946B133F476B}" srcId="{5DCE4C76-E334-4C92-A9AC-497C8800B543}" destId="{65DDA80F-9998-4603-B847-464D792C0328}" srcOrd="0" destOrd="0" parTransId="{4A8AB6FF-2CA5-43F5-9103-7FF8CD1A610E}" sibTransId="{71A39416-6526-4B06-8DC6-30753DA499A1}"/>
    <dgm:cxn modelId="{ED48373C-05CB-4007-8778-2C929F82A91E}" type="presOf" srcId="{65DDA80F-9998-4603-B847-464D792C0328}" destId="{8CB5F819-8C30-4E3B-BCE3-10CAFD75E12C}" srcOrd="0" destOrd="0" presId="urn:microsoft.com/office/officeart/2005/8/layout/list1"/>
    <dgm:cxn modelId="{8C4D3E3C-F1A2-458B-98AB-212B91944DA0}" type="presOf" srcId="{A03CAF44-D325-4C8D-A03A-B4903BC48718}" destId="{F2C891BB-BFA0-430E-919C-703FB7AA6267}" srcOrd="0" destOrd="0" presId="urn:microsoft.com/office/officeart/2005/8/layout/list1"/>
    <dgm:cxn modelId="{CF978362-7756-4946-BA59-2A4159808B03}" type="presOf" srcId="{5DCE4C76-E334-4C92-A9AC-497C8800B543}" destId="{A7D1672F-EF9C-4AB1-AB76-6CADDBCD9171}" srcOrd="1" destOrd="0" presId="urn:microsoft.com/office/officeart/2005/8/layout/list1"/>
    <dgm:cxn modelId="{221B1045-CE0C-4FDE-B499-9784B6E73610}" type="presOf" srcId="{4386BCEA-CBEE-4A5A-9155-155F6D1DAB4D}" destId="{3BCCA445-8ECE-4AE7-A890-B136A4D0622C}" srcOrd="0" destOrd="0" presId="urn:microsoft.com/office/officeart/2005/8/layout/list1"/>
    <dgm:cxn modelId="{572CC667-A8C2-435D-ADDD-7121B00234F9}" type="presOf" srcId="{5DCE4C76-E334-4C92-A9AC-497C8800B543}" destId="{B0001BFE-C432-4B56-975B-9B1936F58F85}" srcOrd="0" destOrd="0" presId="urn:microsoft.com/office/officeart/2005/8/layout/list1"/>
    <dgm:cxn modelId="{B07E1B4E-E9CC-4834-8A0C-18A7BAAD8F81}" srcId="{4386BCEA-CBEE-4A5A-9155-155F6D1DAB4D}" destId="{7EDA2C1F-B2B1-4A01-BFB1-8EBB9A1FD354}" srcOrd="0" destOrd="0" parTransId="{FF18E557-24FA-4280-ACFF-83D4944D9167}" sibTransId="{8214A15D-CE65-4CC3-BC83-375D7A1E928E}"/>
    <dgm:cxn modelId="{A0D3746E-E5FB-4938-8EE6-07C50931328D}" srcId="{53298423-9BA0-4CC6-9012-2A214E670931}" destId="{B45FD6F4-F6E0-4B9A-A4A9-D869BEC7EE7F}" srcOrd="4" destOrd="0" parTransId="{5E8C6A4F-42A8-4308-A5C8-79AF194BF47A}" sibTransId="{337BD175-2949-4D73-9815-439C9424A0E8}"/>
    <dgm:cxn modelId="{3DBB8471-2884-492F-AD89-0855DF751BB7}" type="presOf" srcId="{B45FD6F4-F6E0-4B9A-A4A9-D869BEC7EE7F}" destId="{BFD690B8-F9B7-4A07-98E8-44661E6FECB7}" srcOrd="0" destOrd="0" presId="urn:microsoft.com/office/officeart/2005/8/layout/list1"/>
    <dgm:cxn modelId="{760FCD54-663E-4414-8237-04D181A59D1D}" type="presOf" srcId="{7EDA2C1F-B2B1-4A01-BFB1-8EBB9A1FD354}" destId="{CD8B7C51-CB78-4C29-8D53-6B3DEDB8B236}" srcOrd="0" destOrd="0" presId="urn:microsoft.com/office/officeart/2005/8/layout/list1"/>
    <dgm:cxn modelId="{5773A076-1C10-4D93-AA3E-33CD6FE69CDB}" type="presOf" srcId="{02A4C9BA-DFEE-4DF5-B167-BBFF5738AA89}" destId="{2C574385-2288-4B23-A162-1B66A806514C}" srcOrd="0" destOrd="0" presId="urn:microsoft.com/office/officeart/2005/8/layout/list1"/>
    <dgm:cxn modelId="{B11FD676-E1C9-4068-8251-AEE096E31AB4}" type="presOf" srcId="{B45FD6F4-F6E0-4B9A-A4A9-D869BEC7EE7F}" destId="{9C260C9C-52D8-43A9-B676-2740017488A0}" srcOrd="1" destOrd="0" presId="urn:microsoft.com/office/officeart/2005/8/layout/list1"/>
    <dgm:cxn modelId="{D9F0F076-20B2-4ED5-B900-F973A5867123}" srcId="{53298423-9BA0-4CC6-9012-2A214E670931}" destId="{5DCE4C76-E334-4C92-A9AC-497C8800B543}" srcOrd="3" destOrd="0" parTransId="{30AB0D30-D45B-44C7-A280-F2CB865055C7}" sibTransId="{5EEF822E-3229-4E5C-BFDE-91BF8EB77730}"/>
    <dgm:cxn modelId="{CB98C057-5BF6-477C-B6AD-A68366FB3D91}" type="presOf" srcId="{79AF9A25-3644-45E2-9EED-A9E962CEE7A1}" destId="{51717705-973B-4852-8B5F-559D92E241FA}" srcOrd="0" destOrd="0" presId="urn:microsoft.com/office/officeart/2005/8/layout/list1"/>
    <dgm:cxn modelId="{6E233E7C-0E86-4537-8AE9-92CF17F6AC97}" srcId="{53298423-9BA0-4CC6-9012-2A214E670931}" destId="{4386BCEA-CBEE-4A5A-9155-155F6D1DAB4D}" srcOrd="2" destOrd="0" parTransId="{06703EBF-7459-474A-BA07-F5E2DC23AE83}" sibTransId="{6F7CCFAE-CF27-41D4-83A2-BEE543DBBB85}"/>
    <dgm:cxn modelId="{5D1FF889-DB35-43F4-B3B5-CD1A63FCCC5F}" type="presOf" srcId="{DEA3676D-ED80-4BDF-BF81-2065DE65FABF}" destId="{CBB4C074-AB36-4ADB-9EE4-E7047AC7DC97}" srcOrd="0" destOrd="0" presId="urn:microsoft.com/office/officeart/2005/8/layout/list1"/>
    <dgm:cxn modelId="{62A3108B-2735-4C8E-8E57-5D9B7ACDDEE1}" type="presOf" srcId="{4386BCEA-CBEE-4A5A-9155-155F6D1DAB4D}" destId="{3F3F17F8-D8D3-404C-BD8C-2D989FC1AFCA}" srcOrd="1" destOrd="0" presId="urn:microsoft.com/office/officeart/2005/8/layout/list1"/>
    <dgm:cxn modelId="{E17DBE9C-1899-40E5-B1CE-2802AAC98658}" srcId="{B45FD6F4-F6E0-4B9A-A4A9-D869BEC7EE7F}" destId="{DEA3676D-ED80-4BDF-BF81-2065DE65FABF}" srcOrd="0" destOrd="0" parTransId="{FD0F52B5-F9AA-4BAF-A25C-EB654BBB8BEF}" sibTransId="{67E99D17-6887-4F78-9D45-7D1B6474D681}"/>
    <dgm:cxn modelId="{0633D4A5-A922-43D0-B7F4-03C48080D9E9}" srcId="{53298423-9BA0-4CC6-9012-2A214E670931}" destId="{79AF9A25-3644-45E2-9EED-A9E962CEE7A1}" srcOrd="1" destOrd="0" parTransId="{A83D011F-5E6E-4911-B5FE-7A1301D934B6}" sibTransId="{70627F78-8D6E-4745-BB94-A3D77D7F51E6}"/>
    <dgm:cxn modelId="{B5001EAA-3847-47C8-BE06-2EC8F00B29C0}" type="presOf" srcId="{79AF9A25-3644-45E2-9EED-A9E962CEE7A1}" destId="{87BCB1B0-C78E-4904-B8F4-FCCBFB4AFD0F}" srcOrd="1" destOrd="0" presId="urn:microsoft.com/office/officeart/2005/8/layout/list1"/>
    <dgm:cxn modelId="{10FB2AAA-1D3C-47F0-A30C-A85FE9082780}" type="presOf" srcId="{F35EABBA-D829-45CE-BDA1-7C7D97720FED}" destId="{E893A2AF-D62D-4DF0-94D4-CB88AD8EB2F6}" srcOrd="0" destOrd="0" presId="urn:microsoft.com/office/officeart/2005/8/layout/list1"/>
    <dgm:cxn modelId="{EFD054B3-9F75-4914-893D-EEB63F0812F8}" type="presOf" srcId="{A03CAF44-D325-4C8D-A03A-B4903BC48718}" destId="{E4630720-086F-49DC-B716-2D59A087D718}" srcOrd="1" destOrd="0" presId="urn:microsoft.com/office/officeart/2005/8/layout/list1"/>
    <dgm:cxn modelId="{B11E1ABE-FDE9-4DA3-A4B1-CE99C76889FF}" srcId="{79AF9A25-3644-45E2-9EED-A9E962CEE7A1}" destId="{F35EABBA-D829-45CE-BDA1-7C7D97720FED}" srcOrd="0" destOrd="0" parTransId="{817BB195-E67D-4E5C-B61B-D5ADAAA58D31}" sibTransId="{215F74BD-E094-4876-B8CF-E9864B126332}"/>
    <dgm:cxn modelId="{C7A240E0-1FC7-4DCE-9AF2-F343BCC82813}" srcId="{A03CAF44-D325-4C8D-A03A-B4903BC48718}" destId="{02A4C9BA-DFEE-4DF5-B167-BBFF5738AA89}" srcOrd="0" destOrd="0" parTransId="{67CB88D2-EC17-473B-994D-6E207B9FC22C}" sibTransId="{0D9383EE-86C3-4764-AA89-AC26D28E394E}"/>
    <dgm:cxn modelId="{09CB97E9-5F16-4620-9F4D-CFE28FECEE38}" srcId="{53298423-9BA0-4CC6-9012-2A214E670931}" destId="{A03CAF44-D325-4C8D-A03A-B4903BC48718}" srcOrd="0" destOrd="0" parTransId="{7B563574-4B78-4FCD-8E5E-814149CBD9C3}" sibTransId="{1E26ABE4-41F4-4E70-8907-C0B505B6842C}"/>
    <dgm:cxn modelId="{37DFD315-D553-417D-AC90-41213FA0925F}" type="presParOf" srcId="{79F70EA0-B61A-4D89-8540-C68E844BB5C5}" destId="{B166B86C-408F-4576-B65F-D11E514F8033}" srcOrd="0" destOrd="0" presId="urn:microsoft.com/office/officeart/2005/8/layout/list1"/>
    <dgm:cxn modelId="{C976BC5B-0FE7-40F1-8A97-AD7DBA4EAA4B}" type="presParOf" srcId="{B166B86C-408F-4576-B65F-D11E514F8033}" destId="{F2C891BB-BFA0-430E-919C-703FB7AA6267}" srcOrd="0" destOrd="0" presId="urn:microsoft.com/office/officeart/2005/8/layout/list1"/>
    <dgm:cxn modelId="{8CA4CC05-A921-4B5B-9F31-ABFA8BD6C98B}" type="presParOf" srcId="{B166B86C-408F-4576-B65F-D11E514F8033}" destId="{E4630720-086F-49DC-B716-2D59A087D718}" srcOrd="1" destOrd="0" presId="urn:microsoft.com/office/officeart/2005/8/layout/list1"/>
    <dgm:cxn modelId="{AAF7C4A3-0A2A-443D-853C-7317CBC468AE}" type="presParOf" srcId="{79F70EA0-B61A-4D89-8540-C68E844BB5C5}" destId="{809346A2-4418-466B-8E74-28BDCA1C83FD}" srcOrd="1" destOrd="0" presId="urn:microsoft.com/office/officeart/2005/8/layout/list1"/>
    <dgm:cxn modelId="{B198C967-8DD0-4BD9-A4BD-098F62A41CE0}" type="presParOf" srcId="{79F70EA0-B61A-4D89-8540-C68E844BB5C5}" destId="{2C574385-2288-4B23-A162-1B66A806514C}" srcOrd="2" destOrd="0" presId="urn:microsoft.com/office/officeart/2005/8/layout/list1"/>
    <dgm:cxn modelId="{7AB6080F-5EA8-48BE-B404-C2DA47A5C53F}" type="presParOf" srcId="{79F70EA0-B61A-4D89-8540-C68E844BB5C5}" destId="{7ABF90EC-060C-4838-A251-3A3FA8652DAE}" srcOrd="3" destOrd="0" presId="urn:microsoft.com/office/officeart/2005/8/layout/list1"/>
    <dgm:cxn modelId="{8B3B3377-20D5-42DB-8967-B44A3476B109}" type="presParOf" srcId="{79F70EA0-B61A-4D89-8540-C68E844BB5C5}" destId="{B824B932-4CD7-4FD5-8046-E7E7C25391C1}" srcOrd="4" destOrd="0" presId="urn:microsoft.com/office/officeart/2005/8/layout/list1"/>
    <dgm:cxn modelId="{190F32F8-063E-4818-82BE-01E29AA8AB2D}" type="presParOf" srcId="{B824B932-4CD7-4FD5-8046-E7E7C25391C1}" destId="{51717705-973B-4852-8B5F-559D92E241FA}" srcOrd="0" destOrd="0" presId="urn:microsoft.com/office/officeart/2005/8/layout/list1"/>
    <dgm:cxn modelId="{275E6F09-F62C-43A5-A84F-CB38E8FB8279}" type="presParOf" srcId="{B824B932-4CD7-4FD5-8046-E7E7C25391C1}" destId="{87BCB1B0-C78E-4904-B8F4-FCCBFB4AFD0F}" srcOrd="1" destOrd="0" presId="urn:microsoft.com/office/officeart/2005/8/layout/list1"/>
    <dgm:cxn modelId="{56CA8B7A-3E6D-43DC-BA66-C4A6AE7F3593}" type="presParOf" srcId="{79F70EA0-B61A-4D89-8540-C68E844BB5C5}" destId="{162B10A1-3090-44B9-9CFB-EE575FF8BE61}" srcOrd="5" destOrd="0" presId="urn:microsoft.com/office/officeart/2005/8/layout/list1"/>
    <dgm:cxn modelId="{B51DF5AD-9C7F-4E99-870F-E5CDFD0805CF}" type="presParOf" srcId="{79F70EA0-B61A-4D89-8540-C68E844BB5C5}" destId="{E893A2AF-D62D-4DF0-94D4-CB88AD8EB2F6}" srcOrd="6" destOrd="0" presId="urn:microsoft.com/office/officeart/2005/8/layout/list1"/>
    <dgm:cxn modelId="{5B299CFE-FAE2-4BAB-91A7-0AF2C6F988DA}" type="presParOf" srcId="{79F70EA0-B61A-4D89-8540-C68E844BB5C5}" destId="{4A02E4C5-A298-4335-9998-F31BF03E9917}" srcOrd="7" destOrd="0" presId="urn:microsoft.com/office/officeart/2005/8/layout/list1"/>
    <dgm:cxn modelId="{2D2C3A40-9381-4A24-95F7-C9810016B6FB}" type="presParOf" srcId="{79F70EA0-B61A-4D89-8540-C68E844BB5C5}" destId="{EEEFC887-2A4C-4578-B69D-F19339892B1C}" srcOrd="8" destOrd="0" presId="urn:microsoft.com/office/officeart/2005/8/layout/list1"/>
    <dgm:cxn modelId="{8B3D2A53-2807-4A6F-8627-2FAC2F55D1A9}" type="presParOf" srcId="{EEEFC887-2A4C-4578-B69D-F19339892B1C}" destId="{3BCCA445-8ECE-4AE7-A890-B136A4D0622C}" srcOrd="0" destOrd="0" presId="urn:microsoft.com/office/officeart/2005/8/layout/list1"/>
    <dgm:cxn modelId="{2A75666C-9B60-44B7-86C5-41E11F818F81}" type="presParOf" srcId="{EEEFC887-2A4C-4578-B69D-F19339892B1C}" destId="{3F3F17F8-D8D3-404C-BD8C-2D989FC1AFCA}" srcOrd="1" destOrd="0" presId="urn:microsoft.com/office/officeart/2005/8/layout/list1"/>
    <dgm:cxn modelId="{BFAD0A5B-E148-4270-8067-D82977D0B8FC}" type="presParOf" srcId="{79F70EA0-B61A-4D89-8540-C68E844BB5C5}" destId="{4FE495A4-1DB2-4DA5-8401-3954C2BE9F50}" srcOrd="9" destOrd="0" presId="urn:microsoft.com/office/officeart/2005/8/layout/list1"/>
    <dgm:cxn modelId="{76172171-2F60-4721-8628-D8EAD80313C6}" type="presParOf" srcId="{79F70EA0-B61A-4D89-8540-C68E844BB5C5}" destId="{CD8B7C51-CB78-4C29-8D53-6B3DEDB8B236}" srcOrd="10" destOrd="0" presId="urn:microsoft.com/office/officeart/2005/8/layout/list1"/>
    <dgm:cxn modelId="{89C911F5-D330-46A4-8260-24B5F84B37A5}" type="presParOf" srcId="{79F70EA0-B61A-4D89-8540-C68E844BB5C5}" destId="{5DD5207B-09ED-4EF5-8BB9-E60DF14793E0}" srcOrd="11" destOrd="0" presId="urn:microsoft.com/office/officeart/2005/8/layout/list1"/>
    <dgm:cxn modelId="{1204A255-AE64-4973-8DFB-FD2D29DC65F9}" type="presParOf" srcId="{79F70EA0-B61A-4D89-8540-C68E844BB5C5}" destId="{5361A6D9-9252-494B-A679-A5581A2EDE5C}" srcOrd="12" destOrd="0" presId="urn:microsoft.com/office/officeart/2005/8/layout/list1"/>
    <dgm:cxn modelId="{C058EBED-8CE7-4DA0-ACD3-E203ED61665B}" type="presParOf" srcId="{5361A6D9-9252-494B-A679-A5581A2EDE5C}" destId="{B0001BFE-C432-4B56-975B-9B1936F58F85}" srcOrd="0" destOrd="0" presId="urn:microsoft.com/office/officeart/2005/8/layout/list1"/>
    <dgm:cxn modelId="{0A1A77AC-D495-4D75-A01A-AC849824E445}" type="presParOf" srcId="{5361A6D9-9252-494B-A679-A5581A2EDE5C}" destId="{A7D1672F-EF9C-4AB1-AB76-6CADDBCD9171}" srcOrd="1" destOrd="0" presId="urn:microsoft.com/office/officeart/2005/8/layout/list1"/>
    <dgm:cxn modelId="{A6041352-060F-4D8C-83FF-162B7CA0F953}" type="presParOf" srcId="{79F70EA0-B61A-4D89-8540-C68E844BB5C5}" destId="{547EEC0A-097F-473A-A984-C80EE6C9FFC7}" srcOrd="13" destOrd="0" presId="urn:microsoft.com/office/officeart/2005/8/layout/list1"/>
    <dgm:cxn modelId="{58A08759-1BC9-47EB-A339-88B82ACD3E41}" type="presParOf" srcId="{79F70EA0-B61A-4D89-8540-C68E844BB5C5}" destId="{8CB5F819-8C30-4E3B-BCE3-10CAFD75E12C}" srcOrd="14" destOrd="0" presId="urn:microsoft.com/office/officeart/2005/8/layout/list1"/>
    <dgm:cxn modelId="{F9BFF5E7-5869-4432-821B-FD46BF9FB76D}" type="presParOf" srcId="{79F70EA0-B61A-4D89-8540-C68E844BB5C5}" destId="{1CBDB3CD-DBC8-4319-AF8C-F5684E81E0A5}" srcOrd="15" destOrd="0" presId="urn:microsoft.com/office/officeart/2005/8/layout/list1"/>
    <dgm:cxn modelId="{782BACBC-0245-47B9-84B7-AF8E96A2676D}" type="presParOf" srcId="{79F70EA0-B61A-4D89-8540-C68E844BB5C5}" destId="{22F0C59A-E86A-42EA-B591-61D461948EEB}" srcOrd="16" destOrd="0" presId="urn:microsoft.com/office/officeart/2005/8/layout/list1"/>
    <dgm:cxn modelId="{EBA12C75-8147-4759-98E7-C9A6826D493D}" type="presParOf" srcId="{22F0C59A-E86A-42EA-B591-61D461948EEB}" destId="{BFD690B8-F9B7-4A07-98E8-44661E6FECB7}" srcOrd="0" destOrd="0" presId="urn:microsoft.com/office/officeart/2005/8/layout/list1"/>
    <dgm:cxn modelId="{A4F289EC-CC83-4079-ACC1-F41FA9082401}" type="presParOf" srcId="{22F0C59A-E86A-42EA-B591-61D461948EEB}" destId="{9C260C9C-52D8-43A9-B676-2740017488A0}" srcOrd="1" destOrd="0" presId="urn:microsoft.com/office/officeart/2005/8/layout/list1"/>
    <dgm:cxn modelId="{99ADA8C1-8AEB-4C55-A047-3F72E7BA4703}" type="presParOf" srcId="{79F70EA0-B61A-4D89-8540-C68E844BB5C5}" destId="{E28DF0AE-FC43-44E0-988C-9C4629198BCA}" srcOrd="17" destOrd="0" presId="urn:microsoft.com/office/officeart/2005/8/layout/list1"/>
    <dgm:cxn modelId="{20658D27-F5AD-41D3-B607-58CE0DAA8190}" type="presParOf" srcId="{79F70EA0-B61A-4D89-8540-C68E844BB5C5}" destId="{CBB4C074-AB36-4ADB-9EE4-E7047AC7DC9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298423-9BA0-4CC6-9012-2A214E67093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M"/>
        </a:p>
      </dgm:t>
    </dgm:pt>
    <dgm:pt modelId="{A03CAF44-D325-4C8D-A03A-B4903BC48718}">
      <dgm:prSet phldrT="[Texte]"/>
      <dgm:spPr/>
      <dgm:t>
        <a:bodyPr/>
        <a:lstStyle/>
        <a:p>
          <a:r>
            <a:rPr lang="fr-CM" dirty="0"/>
            <a:t>Aodh</a:t>
          </a:r>
        </a:p>
      </dgm:t>
    </dgm:pt>
    <dgm:pt modelId="{7B563574-4B78-4FCD-8E5E-814149CBD9C3}" type="parTrans" cxnId="{09CB97E9-5F16-4620-9F4D-CFE28FECEE38}">
      <dgm:prSet/>
      <dgm:spPr/>
      <dgm:t>
        <a:bodyPr/>
        <a:lstStyle/>
        <a:p>
          <a:endParaRPr lang="fr-CM"/>
        </a:p>
      </dgm:t>
    </dgm:pt>
    <dgm:pt modelId="{1E26ABE4-41F4-4E70-8907-C0B505B6842C}" type="sibTrans" cxnId="{09CB97E9-5F16-4620-9F4D-CFE28FECEE38}">
      <dgm:prSet/>
      <dgm:spPr/>
      <dgm:t>
        <a:bodyPr/>
        <a:lstStyle/>
        <a:p>
          <a:endParaRPr lang="fr-CM"/>
        </a:p>
      </dgm:t>
    </dgm:pt>
    <dgm:pt modelId="{79AF9A25-3644-45E2-9EED-A9E962CEE7A1}">
      <dgm:prSet/>
      <dgm:spPr/>
      <dgm:t>
        <a:bodyPr/>
        <a:lstStyle/>
        <a:p>
          <a:r>
            <a:rPr lang="fr-FR" dirty="0"/>
            <a:t>Panko</a:t>
          </a:r>
        </a:p>
      </dgm:t>
    </dgm:pt>
    <dgm:pt modelId="{A83D011F-5E6E-4911-B5FE-7A1301D934B6}" type="parTrans" cxnId="{0633D4A5-A922-43D0-B7F4-03C48080D9E9}">
      <dgm:prSet/>
      <dgm:spPr/>
      <dgm:t>
        <a:bodyPr/>
        <a:lstStyle/>
        <a:p>
          <a:endParaRPr lang="fr-CM"/>
        </a:p>
      </dgm:t>
    </dgm:pt>
    <dgm:pt modelId="{70627F78-8D6E-4745-BB94-A3D77D7F51E6}" type="sibTrans" cxnId="{0633D4A5-A922-43D0-B7F4-03C48080D9E9}">
      <dgm:prSet/>
      <dgm:spPr/>
      <dgm:t>
        <a:bodyPr/>
        <a:lstStyle/>
        <a:p>
          <a:endParaRPr lang="fr-CM"/>
        </a:p>
      </dgm:t>
    </dgm:pt>
    <dgm:pt modelId="{02A4C9BA-DFEE-4DF5-B167-BBFF5738AA89}">
      <dgm:prSet phldrT="[Texte]"/>
      <dgm:spPr/>
      <dgm:t>
        <a:bodyPr/>
        <a:lstStyle/>
        <a:p>
          <a:r>
            <a:rPr lang="fr-FR" dirty="0"/>
            <a:t>Gestion des alarmes.</a:t>
          </a:r>
          <a:endParaRPr lang="fr-CM" dirty="0"/>
        </a:p>
      </dgm:t>
    </dgm:pt>
    <dgm:pt modelId="{67CB88D2-EC17-473B-994D-6E207B9FC22C}" type="parTrans" cxnId="{C7A240E0-1FC7-4DCE-9AF2-F343BCC82813}">
      <dgm:prSet/>
      <dgm:spPr/>
      <dgm:t>
        <a:bodyPr/>
        <a:lstStyle/>
        <a:p>
          <a:endParaRPr lang="fr-CM"/>
        </a:p>
      </dgm:t>
    </dgm:pt>
    <dgm:pt modelId="{0D9383EE-86C3-4764-AA89-AC26D28E394E}" type="sibTrans" cxnId="{C7A240E0-1FC7-4DCE-9AF2-F343BCC82813}">
      <dgm:prSet/>
      <dgm:spPr/>
      <dgm:t>
        <a:bodyPr/>
        <a:lstStyle/>
        <a:p>
          <a:endParaRPr lang="fr-CM"/>
        </a:p>
      </dgm:t>
    </dgm:pt>
    <dgm:pt modelId="{F35EABBA-D829-45CE-BDA1-7C7D97720FED}">
      <dgm:prSet/>
      <dgm:spPr/>
      <dgm:t>
        <a:bodyPr/>
        <a:lstStyle/>
        <a:p>
          <a:r>
            <a:rPr lang="fr-FR" dirty="0"/>
            <a:t>Gestion des événements</a:t>
          </a:r>
        </a:p>
      </dgm:t>
    </dgm:pt>
    <dgm:pt modelId="{817BB195-E67D-4E5C-B61B-D5ADAAA58D31}" type="parTrans" cxnId="{B11E1ABE-FDE9-4DA3-A4B1-CE99C76889FF}">
      <dgm:prSet/>
      <dgm:spPr/>
      <dgm:t>
        <a:bodyPr/>
        <a:lstStyle/>
        <a:p>
          <a:endParaRPr lang="fr-CM"/>
        </a:p>
      </dgm:t>
    </dgm:pt>
    <dgm:pt modelId="{215F74BD-E094-4876-B8CF-E9864B126332}" type="sibTrans" cxnId="{B11E1ABE-FDE9-4DA3-A4B1-CE99C76889FF}">
      <dgm:prSet/>
      <dgm:spPr/>
      <dgm:t>
        <a:bodyPr/>
        <a:lstStyle/>
        <a:p>
          <a:endParaRPr lang="fr-CM"/>
        </a:p>
      </dgm:t>
    </dgm:pt>
    <dgm:pt modelId="{79F70EA0-B61A-4D89-8540-C68E844BB5C5}" type="pres">
      <dgm:prSet presAssocID="{53298423-9BA0-4CC6-9012-2A214E670931}" presName="linear" presStyleCnt="0">
        <dgm:presLayoutVars>
          <dgm:dir/>
          <dgm:animLvl val="lvl"/>
          <dgm:resizeHandles val="exact"/>
        </dgm:presLayoutVars>
      </dgm:prSet>
      <dgm:spPr/>
    </dgm:pt>
    <dgm:pt modelId="{B166B86C-408F-4576-B65F-D11E514F8033}" type="pres">
      <dgm:prSet presAssocID="{A03CAF44-D325-4C8D-A03A-B4903BC48718}" presName="parentLin" presStyleCnt="0"/>
      <dgm:spPr/>
    </dgm:pt>
    <dgm:pt modelId="{F2C891BB-BFA0-430E-919C-703FB7AA6267}" type="pres">
      <dgm:prSet presAssocID="{A03CAF44-D325-4C8D-A03A-B4903BC48718}" presName="parentLeftMargin" presStyleLbl="node1" presStyleIdx="0" presStyleCnt="2"/>
      <dgm:spPr/>
    </dgm:pt>
    <dgm:pt modelId="{E4630720-086F-49DC-B716-2D59A087D718}" type="pres">
      <dgm:prSet presAssocID="{A03CAF44-D325-4C8D-A03A-B4903BC4871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09346A2-4418-466B-8E74-28BDCA1C83FD}" type="pres">
      <dgm:prSet presAssocID="{A03CAF44-D325-4C8D-A03A-B4903BC48718}" presName="negativeSpace" presStyleCnt="0"/>
      <dgm:spPr/>
    </dgm:pt>
    <dgm:pt modelId="{2C574385-2288-4B23-A162-1B66A806514C}" type="pres">
      <dgm:prSet presAssocID="{A03CAF44-D325-4C8D-A03A-B4903BC48718}" presName="childText" presStyleLbl="conFgAcc1" presStyleIdx="0" presStyleCnt="2">
        <dgm:presLayoutVars>
          <dgm:bulletEnabled val="1"/>
        </dgm:presLayoutVars>
      </dgm:prSet>
      <dgm:spPr/>
    </dgm:pt>
    <dgm:pt modelId="{7ABF90EC-060C-4838-A251-3A3FA8652DAE}" type="pres">
      <dgm:prSet presAssocID="{1E26ABE4-41F4-4E70-8907-C0B505B6842C}" presName="spaceBetweenRectangles" presStyleCnt="0"/>
      <dgm:spPr/>
    </dgm:pt>
    <dgm:pt modelId="{B824B932-4CD7-4FD5-8046-E7E7C25391C1}" type="pres">
      <dgm:prSet presAssocID="{79AF9A25-3644-45E2-9EED-A9E962CEE7A1}" presName="parentLin" presStyleCnt="0"/>
      <dgm:spPr/>
    </dgm:pt>
    <dgm:pt modelId="{51717705-973B-4852-8B5F-559D92E241FA}" type="pres">
      <dgm:prSet presAssocID="{79AF9A25-3644-45E2-9EED-A9E962CEE7A1}" presName="parentLeftMargin" presStyleLbl="node1" presStyleIdx="0" presStyleCnt="2"/>
      <dgm:spPr/>
    </dgm:pt>
    <dgm:pt modelId="{87BCB1B0-C78E-4904-B8F4-FCCBFB4AFD0F}" type="pres">
      <dgm:prSet presAssocID="{79AF9A25-3644-45E2-9EED-A9E962CEE7A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62B10A1-3090-44B9-9CFB-EE575FF8BE61}" type="pres">
      <dgm:prSet presAssocID="{79AF9A25-3644-45E2-9EED-A9E962CEE7A1}" presName="negativeSpace" presStyleCnt="0"/>
      <dgm:spPr/>
    </dgm:pt>
    <dgm:pt modelId="{E893A2AF-D62D-4DF0-94D4-CB88AD8EB2F6}" type="pres">
      <dgm:prSet presAssocID="{79AF9A25-3644-45E2-9EED-A9E962CEE7A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0AE8208-8FF4-4A25-B74B-C998D105CFEA}" type="presOf" srcId="{53298423-9BA0-4CC6-9012-2A214E670931}" destId="{79F70EA0-B61A-4D89-8540-C68E844BB5C5}" srcOrd="0" destOrd="0" presId="urn:microsoft.com/office/officeart/2005/8/layout/list1"/>
    <dgm:cxn modelId="{8C4D3E3C-F1A2-458B-98AB-212B91944DA0}" type="presOf" srcId="{A03CAF44-D325-4C8D-A03A-B4903BC48718}" destId="{F2C891BB-BFA0-430E-919C-703FB7AA6267}" srcOrd="0" destOrd="0" presId="urn:microsoft.com/office/officeart/2005/8/layout/list1"/>
    <dgm:cxn modelId="{5773A076-1C10-4D93-AA3E-33CD6FE69CDB}" type="presOf" srcId="{02A4C9BA-DFEE-4DF5-B167-BBFF5738AA89}" destId="{2C574385-2288-4B23-A162-1B66A806514C}" srcOrd="0" destOrd="0" presId="urn:microsoft.com/office/officeart/2005/8/layout/list1"/>
    <dgm:cxn modelId="{CB98C057-5BF6-477C-B6AD-A68366FB3D91}" type="presOf" srcId="{79AF9A25-3644-45E2-9EED-A9E962CEE7A1}" destId="{51717705-973B-4852-8B5F-559D92E241FA}" srcOrd="0" destOrd="0" presId="urn:microsoft.com/office/officeart/2005/8/layout/list1"/>
    <dgm:cxn modelId="{0633D4A5-A922-43D0-B7F4-03C48080D9E9}" srcId="{53298423-9BA0-4CC6-9012-2A214E670931}" destId="{79AF9A25-3644-45E2-9EED-A9E962CEE7A1}" srcOrd="1" destOrd="0" parTransId="{A83D011F-5E6E-4911-B5FE-7A1301D934B6}" sibTransId="{70627F78-8D6E-4745-BB94-A3D77D7F51E6}"/>
    <dgm:cxn modelId="{B5001EAA-3847-47C8-BE06-2EC8F00B29C0}" type="presOf" srcId="{79AF9A25-3644-45E2-9EED-A9E962CEE7A1}" destId="{87BCB1B0-C78E-4904-B8F4-FCCBFB4AFD0F}" srcOrd="1" destOrd="0" presId="urn:microsoft.com/office/officeart/2005/8/layout/list1"/>
    <dgm:cxn modelId="{10FB2AAA-1D3C-47F0-A30C-A85FE9082780}" type="presOf" srcId="{F35EABBA-D829-45CE-BDA1-7C7D97720FED}" destId="{E893A2AF-D62D-4DF0-94D4-CB88AD8EB2F6}" srcOrd="0" destOrd="0" presId="urn:microsoft.com/office/officeart/2005/8/layout/list1"/>
    <dgm:cxn modelId="{EFD054B3-9F75-4914-893D-EEB63F0812F8}" type="presOf" srcId="{A03CAF44-D325-4C8D-A03A-B4903BC48718}" destId="{E4630720-086F-49DC-B716-2D59A087D718}" srcOrd="1" destOrd="0" presId="urn:microsoft.com/office/officeart/2005/8/layout/list1"/>
    <dgm:cxn modelId="{B11E1ABE-FDE9-4DA3-A4B1-CE99C76889FF}" srcId="{79AF9A25-3644-45E2-9EED-A9E962CEE7A1}" destId="{F35EABBA-D829-45CE-BDA1-7C7D97720FED}" srcOrd="0" destOrd="0" parTransId="{817BB195-E67D-4E5C-B61B-D5ADAAA58D31}" sibTransId="{215F74BD-E094-4876-B8CF-E9864B126332}"/>
    <dgm:cxn modelId="{C7A240E0-1FC7-4DCE-9AF2-F343BCC82813}" srcId="{A03CAF44-D325-4C8D-A03A-B4903BC48718}" destId="{02A4C9BA-DFEE-4DF5-B167-BBFF5738AA89}" srcOrd="0" destOrd="0" parTransId="{67CB88D2-EC17-473B-994D-6E207B9FC22C}" sibTransId="{0D9383EE-86C3-4764-AA89-AC26D28E394E}"/>
    <dgm:cxn modelId="{09CB97E9-5F16-4620-9F4D-CFE28FECEE38}" srcId="{53298423-9BA0-4CC6-9012-2A214E670931}" destId="{A03CAF44-D325-4C8D-A03A-B4903BC48718}" srcOrd="0" destOrd="0" parTransId="{7B563574-4B78-4FCD-8E5E-814149CBD9C3}" sibTransId="{1E26ABE4-41F4-4E70-8907-C0B505B6842C}"/>
    <dgm:cxn modelId="{37DFD315-D553-417D-AC90-41213FA0925F}" type="presParOf" srcId="{79F70EA0-B61A-4D89-8540-C68E844BB5C5}" destId="{B166B86C-408F-4576-B65F-D11E514F8033}" srcOrd="0" destOrd="0" presId="urn:microsoft.com/office/officeart/2005/8/layout/list1"/>
    <dgm:cxn modelId="{C976BC5B-0FE7-40F1-8A97-AD7DBA4EAA4B}" type="presParOf" srcId="{B166B86C-408F-4576-B65F-D11E514F8033}" destId="{F2C891BB-BFA0-430E-919C-703FB7AA6267}" srcOrd="0" destOrd="0" presId="urn:microsoft.com/office/officeart/2005/8/layout/list1"/>
    <dgm:cxn modelId="{8CA4CC05-A921-4B5B-9F31-ABFA8BD6C98B}" type="presParOf" srcId="{B166B86C-408F-4576-B65F-D11E514F8033}" destId="{E4630720-086F-49DC-B716-2D59A087D718}" srcOrd="1" destOrd="0" presId="urn:microsoft.com/office/officeart/2005/8/layout/list1"/>
    <dgm:cxn modelId="{AAF7C4A3-0A2A-443D-853C-7317CBC468AE}" type="presParOf" srcId="{79F70EA0-B61A-4D89-8540-C68E844BB5C5}" destId="{809346A2-4418-466B-8E74-28BDCA1C83FD}" srcOrd="1" destOrd="0" presId="urn:microsoft.com/office/officeart/2005/8/layout/list1"/>
    <dgm:cxn modelId="{B198C967-8DD0-4BD9-A4BD-098F62A41CE0}" type="presParOf" srcId="{79F70EA0-B61A-4D89-8540-C68E844BB5C5}" destId="{2C574385-2288-4B23-A162-1B66A806514C}" srcOrd="2" destOrd="0" presId="urn:microsoft.com/office/officeart/2005/8/layout/list1"/>
    <dgm:cxn modelId="{7AB6080F-5EA8-48BE-B404-C2DA47A5C53F}" type="presParOf" srcId="{79F70EA0-B61A-4D89-8540-C68E844BB5C5}" destId="{7ABF90EC-060C-4838-A251-3A3FA8652DAE}" srcOrd="3" destOrd="0" presId="urn:microsoft.com/office/officeart/2005/8/layout/list1"/>
    <dgm:cxn modelId="{8B3B3377-20D5-42DB-8967-B44A3476B109}" type="presParOf" srcId="{79F70EA0-B61A-4D89-8540-C68E844BB5C5}" destId="{B824B932-4CD7-4FD5-8046-E7E7C25391C1}" srcOrd="4" destOrd="0" presId="urn:microsoft.com/office/officeart/2005/8/layout/list1"/>
    <dgm:cxn modelId="{190F32F8-063E-4818-82BE-01E29AA8AB2D}" type="presParOf" srcId="{B824B932-4CD7-4FD5-8046-E7E7C25391C1}" destId="{51717705-973B-4852-8B5F-559D92E241FA}" srcOrd="0" destOrd="0" presId="urn:microsoft.com/office/officeart/2005/8/layout/list1"/>
    <dgm:cxn modelId="{275E6F09-F62C-43A5-A84F-CB38E8FB8279}" type="presParOf" srcId="{B824B932-4CD7-4FD5-8046-E7E7C25391C1}" destId="{87BCB1B0-C78E-4904-B8F4-FCCBFB4AFD0F}" srcOrd="1" destOrd="0" presId="urn:microsoft.com/office/officeart/2005/8/layout/list1"/>
    <dgm:cxn modelId="{56CA8B7A-3E6D-43DC-BA66-C4A6AE7F3593}" type="presParOf" srcId="{79F70EA0-B61A-4D89-8540-C68E844BB5C5}" destId="{162B10A1-3090-44B9-9CFB-EE575FF8BE61}" srcOrd="5" destOrd="0" presId="urn:microsoft.com/office/officeart/2005/8/layout/list1"/>
    <dgm:cxn modelId="{B51DF5AD-9C7F-4E99-870F-E5CDFD0805CF}" type="presParOf" srcId="{79F70EA0-B61A-4D89-8540-C68E844BB5C5}" destId="{E893A2AF-D62D-4DF0-94D4-CB88AD8EB2F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6D84E00-1CCB-43E2-9B43-8939144EAE2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M"/>
        </a:p>
      </dgm:t>
    </dgm:pt>
    <dgm:pt modelId="{EF563A1C-7F8E-44EB-88C8-8BB50D6D656A}">
      <dgm:prSet phldrT="[Texte]"/>
      <dgm:spPr/>
      <dgm:t>
        <a:bodyPr/>
        <a:lstStyle/>
        <a:p>
          <a:r>
            <a:rPr lang="fr-FR" b="1" dirty="0"/>
            <a:t>Backend</a:t>
          </a:r>
          <a:endParaRPr lang="fr-CM" dirty="0"/>
        </a:p>
      </dgm:t>
    </dgm:pt>
    <dgm:pt modelId="{19982D3B-221A-427F-8558-23D078FF67D8}" type="parTrans" cxnId="{1DEA8C6F-6419-47FC-A5B8-D097D34E8C2A}">
      <dgm:prSet/>
      <dgm:spPr/>
      <dgm:t>
        <a:bodyPr/>
        <a:lstStyle/>
        <a:p>
          <a:endParaRPr lang="fr-CM"/>
        </a:p>
      </dgm:t>
    </dgm:pt>
    <dgm:pt modelId="{299B57CE-EC1A-4C2C-8410-03A81375D522}" type="sibTrans" cxnId="{1DEA8C6F-6419-47FC-A5B8-D097D34E8C2A}">
      <dgm:prSet/>
      <dgm:spPr/>
      <dgm:t>
        <a:bodyPr/>
        <a:lstStyle/>
        <a:p>
          <a:endParaRPr lang="fr-CM"/>
        </a:p>
      </dgm:t>
    </dgm:pt>
    <dgm:pt modelId="{7995E698-CBCE-47FE-B8DC-29618FFD2E87}">
      <dgm:prSet/>
      <dgm:spPr/>
      <dgm:t>
        <a:bodyPr/>
        <a:lstStyle/>
        <a:p>
          <a:r>
            <a:rPr lang="fr-FR" b="1" dirty="0"/>
            <a:t>Frontend</a:t>
          </a:r>
          <a:endParaRPr lang="fr-FR" dirty="0"/>
        </a:p>
      </dgm:t>
    </dgm:pt>
    <dgm:pt modelId="{67934536-F4EA-4B5F-982D-D442AE353E11}" type="parTrans" cxnId="{1370FBE1-8FB5-42C8-9821-5355297C6EF1}">
      <dgm:prSet/>
      <dgm:spPr/>
      <dgm:t>
        <a:bodyPr/>
        <a:lstStyle/>
        <a:p>
          <a:endParaRPr lang="fr-CM"/>
        </a:p>
      </dgm:t>
    </dgm:pt>
    <dgm:pt modelId="{EBDF2E7F-71C9-4474-A13B-7E0064BF14F0}" type="sibTrans" cxnId="{1370FBE1-8FB5-42C8-9821-5355297C6EF1}">
      <dgm:prSet/>
      <dgm:spPr/>
      <dgm:t>
        <a:bodyPr/>
        <a:lstStyle/>
        <a:p>
          <a:endParaRPr lang="fr-CM"/>
        </a:p>
      </dgm:t>
    </dgm:pt>
    <dgm:pt modelId="{4F2800F1-0180-49A4-B277-58AE3327C325}">
      <dgm:prSet/>
      <dgm:spPr/>
      <dgm:t>
        <a:bodyPr/>
        <a:lstStyle/>
        <a:p>
          <a:r>
            <a:rPr lang="fr-FR" b="1" dirty="0"/>
            <a:t>Base de données locale</a:t>
          </a:r>
          <a:endParaRPr lang="fr-FR" dirty="0"/>
        </a:p>
      </dgm:t>
    </dgm:pt>
    <dgm:pt modelId="{68D4BFD4-C280-4875-91EB-2786F96A0553}" type="parTrans" cxnId="{02BA4AB4-5C9B-4890-B2F4-2B6BE960F785}">
      <dgm:prSet/>
      <dgm:spPr/>
      <dgm:t>
        <a:bodyPr/>
        <a:lstStyle/>
        <a:p>
          <a:endParaRPr lang="fr-CM"/>
        </a:p>
      </dgm:t>
    </dgm:pt>
    <dgm:pt modelId="{13242F60-48ED-4659-B412-9C30C978BF39}" type="sibTrans" cxnId="{02BA4AB4-5C9B-4890-B2F4-2B6BE960F785}">
      <dgm:prSet/>
      <dgm:spPr/>
      <dgm:t>
        <a:bodyPr/>
        <a:lstStyle/>
        <a:p>
          <a:endParaRPr lang="fr-CM"/>
        </a:p>
      </dgm:t>
    </dgm:pt>
    <dgm:pt modelId="{68209374-A6C9-446E-93C8-C22B4FA87792}">
      <dgm:prSet phldrT="[Texte]"/>
      <dgm:spPr/>
      <dgm:t>
        <a:bodyPr/>
        <a:lstStyle/>
        <a:p>
          <a:r>
            <a:rPr lang="fr-FR" dirty="0"/>
            <a:t> ExpressJS – Agit comme middleware entre OpenStack et le Client.</a:t>
          </a:r>
          <a:endParaRPr lang="fr-CM" dirty="0"/>
        </a:p>
      </dgm:t>
    </dgm:pt>
    <dgm:pt modelId="{CF373FAD-1D65-4FDC-9D50-4935C23D8706}" type="parTrans" cxnId="{3933C4D7-5A85-484A-97D1-90393BDA1F0A}">
      <dgm:prSet/>
      <dgm:spPr/>
      <dgm:t>
        <a:bodyPr/>
        <a:lstStyle/>
        <a:p>
          <a:endParaRPr lang="fr-CM"/>
        </a:p>
      </dgm:t>
    </dgm:pt>
    <dgm:pt modelId="{1CDF4CAB-A840-4028-B71A-FD8FB18CC2DD}" type="sibTrans" cxnId="{3933C4D7-5A85-484A-97D1-90393BDA1F0A}">
      <dgm:prSet/>
      <dgm:spPr/>
      <dgm:t>
        <a:bodyPr/>
        <a:lstStyle/>
        <a:p>
          <a:endParaRPr lang="fr-CM"/>
        </a:p>
      </dgm:t>
    </dgm:pt>
    <dgm:pt modelId="{B2DAE413-8AA5-43A7-B7C1-7073221C5845}">
      <dgm:prSet/>
      <dgm:spPr/>
      <dgm:t>
        <a:bodyPr/>
        <a:lstStyle/>
        <a:p>
          <a:r>
            <a:rPr lang="fr-FR" dirty="0"/>
            <a:t> AngularJS – Interface utilisateur dynamique.</a:t>
          </a:r>
        </a:p>
      </dgm:t>
    </dgm:pt>
    <dgm:pt modelId="{8DF5B739-4356-47B3-96D0-15765572ABF6}" type="parTrans" cxnId="{9BEC1D80-0783-429E-893E-7072899F7068}">
      <dgm:prSet/>
      <dgm:spPr/>
      <dgm:t>
        <a:bodyPr/>
        <a:lstStyle/>
        <a:p>
          <a:endParaRPr lang="fr-CM"/>
        </a:p>
      </dgm:t>
    </dgm:pt>
    <dgm:pt modelId="{A007240B-C9EF-4746-ADFA-AD2D2DF68D8C}" type="sibTrans" cxnId="{9BEC1D80-0783-429E-893E-7072899F7068}">
      <dgm:prSet/>
      <dgm:spPr/>
      <dgm:t>
        <a:bodyPr/>
        <a:lstStyle/>
        <a:p>
          <a:endParaRPr lang="fr-CM"/>
        </a:p>
      </dgm:t>
    </dgm:pt>
    <dgm:pt modelId="{E3F67877-190D-4B5A-9C36-6E0B370FD75D}">
      <dgm:prSet/>
      <dgm:spPr/>
      <dgm:t>
        <a:bodyPr/>
        <a:lstStyle/>
        <a:p>
          <a:r>
            <a:rPr lang="fr-FR" dirty="0"/>
            <a:t> MongoDB – Pour stocker les configurations utilisateurs, les alertes et les historiques de sessions.</a:t>
          </a:r>
        </a:p>
      </dgm:t>
    </dgm:pt>
    <dgm:pt modelId="{F4705F2C-D400-4E1D-92ED-19D3F1506B14}" type="parTrans" cxnId="{25251B3D-A4B1-40AC-A874-4211316EF113}">
      <dgm:prSet/>
      <dgm:spPr/>
      <dgm:t>
        <a:bodyPr/>
        <a:lstStyle/>
        <a:p>
          <a:endParaRPr lang="fr-CM"/>
        </a:p>
      </dgm:t>
    </dgm:pt>
    <dgm:pt modelId="{15E97C4D-82A4-4CC7-9B7E-12CB0EFEBFDE}" type="sibTrans" cxnId="{25251B3D-A4B1-40AC-A874-4211316EF113}">
      <dgm:prSet/>
      <dgm:spPr/>
      <dgm:t>
        <a:bodyPr/>
        <a:lstStyle/>
        <a:p>
          <a:endParaRPr lang="fr-CM"/>
        </a:p>
      </dgm:t>
    </dgm:pt>
    <dgm:pt modelId="{1E8B06E0-2DC5-4DD7-A32C-58C2FA55D6C9}" type="pres">
      <dgm:prSet presAssocID="{B6D84E00-1CCB-43E2-9B43-8939144EAE2B}" presName="linear" presStyleCnt="0">
        <dgm:presLayoutVars>
          <dgm:dir/>
          <dgm:animLvl val="lvl"/>
          <dgm:resizeHandles val="exact"/>
        </dgm:presLayoutVars>
      </dgm:prSet>
      <dgm:spPr/>
    </dgm:pt>
    <dgm:pt modelId="{ED872889-961E-4B7E-BFEF-F9EF10647B0D}" type="pres">
      <dgm:prSet presAssocID="{EF563A1C-7F8E-44EB-88C8-8BB50D6D656A}" presName="parentLin" presStyleCnt="0"/>
      <dgm:spPr/>
    </dgm:pt>
    <dgm:pt modelId="{391B3903-723E-4EC1-9CC9-E11152214019}" type="pres">
      <dgm:prSet presAssocID="{EF563A1C-7F8E-44EB-88C8-8BB50D6D656A}" presName="parentLeftMargin" presStyleLbl="node1" presStyleIdx="0" presStyleCnt="3"/>
      <dgm:spPr/>
    </dgm:pt>
    <dgm:pt modelId="{E9B9FB63-CAB1-472F-BA80-26980FB891D5}" type="pres">
      <dgm:prSet presAssocID="{EF563A1C-7F8E-44EB-88C8-8BB50D6D656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93F1FC8-A223-422A-852B-24EB3D1B8BCD}" type="pres">
      <dgm:prSet presAssocID="{EF563A1C-7F8E-44EB-88C8-8BB50D6D656A}" presName="negativeSpace" presStyleCnt="0"/>
      <dgm:spPr/>
    </dgm:pt>
    <dgm:pt modelId="{B577041C-EF25-4ECD-96CF-BB7D4558DFFA}" type="pres">
      <dgm:prSet presAssocID="{EF563A1C-7F8E-44EB-88C8-8BB50D6D656A}" presName="childText" presStyleLbl="conFgAcc1" presStyleIdx="0" presStyleCnt="3">
        <dgm:presLayoutVars>
          <dgm:bulletEnabled val="1"/>
        </dgm:presLayoutVars>
      </dgm:prSet>
      <dgm:spPr/>
    </dgm:pt>
    <dgm:pt modelId="{51DB0DB0-F961-49AA-B6E8-E09E92166F24}" type="pres">
      <dgm:prSet presAssocID="{299B57CE-EC1A-4C2C-8410-03A81375D522}" presName="spaceBetweenRectangles" presStyleCnt="0"/>
      <dgm:spPr/>
    </dgm:pt>
    <dgm:pt modelId="{C7EBBC39-67E8-4666-8800-23C90AF702A0}" type="pres">
      <dgm:prSet presAssocID="{7995E698-CBCE-47FE-B8DC-29618FFD2E87}" presName="parentLin" presStyleCnt="0"/>
      <dgm:spPr/>
    </dgm:pt>
    <dgm:pt modelId="{A9B632C6-C794-44FC-B236-AD6DB69FA0FC}" type="pres">
      <dgm:prSet presAssocID="{7995E698-CBCE-47FE-B8DC-29618FFD2E87}" presName="parentLeftMargin" presStyleLbl="node1" presStyleIdx="0" presStyleCnt="3"/>
      <dgm:spPr/>
    </dgm:pt>
    <dgm:pt modelId="{7CF568B2-481B-45FB-96C0-7D2458507CD6}" type="pres">
      <dgm:prSet presAssocID="{7995E698-CBCE-47FE-B8DC-29618FFD2E8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69B1972-961E-4B44-84C7-77E1FB8C66F0}" type="pres">
      <dgm:prSet presAssocID="{7995E698-CBCE-47FE-B8DC-29618FFD2E87}" presName="negativeSpace" presStyleCnt="0"/>
      <dgm:spPr/>
    </dgm:pt>
    <dgm:pt modelId="{DD5D7EDB-90E7-4BFF-B0D4-7667C1C49F77}" type="pres">
      <dgm:prSet presAssocID="{7995E698-CBCE-47FE-B8DC-29618FFD2E87}" presName="childText" presStyleLbl="conFgAcc1" presStyleIdx="1" presStyleCnt="3">
        <dgm:presLayoutVars>
          <dgm:bulletEnabled val="1"/>
        </dgm:presLayoutVars>
      </dgm:prSet>
      <dgm:spPr/>
    </dgm:pt>
    <dgm:pt modelId="{82C84FFC-F126-4C3D-9656-D71E4A902C14}" type="pres">
      <dgm:prSet presAssocID="{EBDF2E7F-71C9-4474-A13B-7E0064BF14F0}" presName="spaceBetweenRectangles" presStyleCnt="0"/>
      <dgm:spPr/>
    </dgm:pt>
    <dgm:pt modelId="{FDB67544-0787-4160-AE43-773A73BCB474}" type="pres">
      <dgm:prSet presAssocID="{4F2800F1-0180-49A4-B277-58AE3327C325}" presName="parentLin" presStyleCnt="0"/>
      <dgm:spPr/>
    </dgm:pt>
    <dgm:pt modelId="{F85BAD7D-EDF7-4B32-BBAF-7FEB55076573}" type="pres">
      <dgm:prSet presAssocID="{4F2800F1-0180-49A4-B277-58AE3327C325}" presName="parentLeftMargin" presStyleLbl="node1" presStyleIdx="1" presStyleCnt="3"/>
      <dgm:spPr/>
    </dgm:pt>
    <dgm:pt modelId="{8B2A5152-7DDA-41C5-9F73-94589965401E}" type="pres">
      <dgm:prSet presAssocID="{4F2800F1-0180-49A4-B277-58AE3327C32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23F44C7-4B45-4923-89D2-5241F9D1218F}" type="pres">
      <dgm:prSet presAssocID="{4F2800F1-0180-49A4-B277-58AE3327C325}" presName="negativeSpace" presStyleCnt="0"/>
      <dgm:spPr/>
    </dgm:pt>
    <dgm:pt modelId="{244AC52C-1457-4B39-ACBC-8A7839F7ABED}" type="pres">
      <dgm:prSet presAssocID="{4F2800F1-0180-49A4-B277-58AE3327C32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426D00A-CAD3-422C-847E-A03561519A8A}" type="presOf" srcId="{7995E698-CBCE-47FE-B8DC-29618FFD2E87}" destId="{7CF568B2-481B-45FB-96C0-7D2458507CD6}" srcOrd="1" destOrd="0" presId="urn:microsoft.com/office/officeart/2005/8/layout/list1"/>
    <dgm:cxn modelId="{51A37B2D-D7C4-4131-AB67-FA228AA8B6E0}" type="presOf" srcId="{68209374-A6C9-446E-93C8-C22B4FA87792}" destId="{B577041C-EF25-4ECD-96CF-BB7D4558DFFA}" srcOrd="0" destOrd="0" presId="urn:microsoft.com/office/officeart/2005/8/layout/list1"/>
    <dgm:cxn modelId="{42C7E835-E42C-4E2C-AD8B-B5CBD83B3C6B}" type="presOf" srcId="{4F2800F1-0180-49A4-B277-58AE3327C325}" destId="{F85BAD7D-EDF7-4B32-BBAF-7FEB55076573}" srcOrd="0" destOrd="0" presId="urn:microsoft.com/office/officeart/2005/8/layout/list1"/>
    <dgm:cxn modelId="{25251B3D-A4B1-40AC-A874-4211316EF113}" srcId="{4F2800F1-0180-49A4-B277-58AE3327C325}" destId="{E3F67877-190D-4B5A-9C36-6E0B370FD75D}" srcOrd="0" destOrd="0" parTransId="{F4705F2C-D400-4E1D-92ED-19D3F1506B14}" sibTransId="{15E97C4D-82A4-4CC7-9B7E-12CB0EFEBFDE}"/>
    <dgm:cxn modelId="{1DEA8C6F-6419-47FC-A5B8-D097D34E8C2A}" srcId="{B6D84E00-1CCB-43E2-9B43-8939144EAE2B}" destId="{EF563A1C-7F8E-44EB-88C8-8BB50D6D656A}" srcOrd="0" destOrd="0" parTransId="{19982D3B-221A-427F-8558-23D078FF67D8}" sibTransId="{299B57CE-EC1A-4C2C-8410-03A81375D522}"/>
    <dgm:cxn modelId="{C4BCCC56-BC57-48D3-9869-63369938F24B}" type="presOf" srcId="{4F2800F1-0180-49A4-B277-58AE3327C325}" destId="{8B2A5152-7DDA-41C5-9F73-94589965401E}" srcOrd="1" destOrd="0" presId="urn:microsoft.com/office/officeart/2005/8/layout/list1"/>
    <dgm:cxn modelId="{9BEC1D80-0783-429E-893E-7072899F7068}" srcId="{7995E698-CBCE-47FE-B8DC-29618FFD2E87}" destId="{B2DAE413-8AA5-43A7-B7C1-7073221C5845}" srcOrd="0" destOrd="0" parTransId="{8DF5B739-4356-47B3-96D0-15765572ABF6}" sibTransId="{A007240B-C9EF-4746-ADFA-AD2D2DF68D8C}"/>
    <dgm:cxn modelId="{92EF2E96-AEDB-4083-B708-F7FC2C29A288}" type="presOf" srcId="{EF563A1C-7F8E-44EB-88C8-8BB50D6D656A}" destId="{391B3903-723E-4EC1-9CC9-E11152214019}" srcOrd="0" destOrd="0" presId="urn:microsoft.com/office/officeart/2005/8/layout/list1"/>
    <dgm:cxn modelId="{76BBA6A4-EA49-4DCE-8866-F0D494909F87}" type="presOf" srcId="{B6D84E00-1CCB-43E2-9B43-8939144EAE2B}" destId="{1E8B06E0-2DC5-4DD7-A32C-58C2FA55D6C9}" srcOrd="0" destOrd="0" presId="urn:microsoft.com/office/officeart/2005/8/layout/list1"/>
    <dgm:cxn modelId="{7993A0AF-DAA2-4425-A3CC-949D591E4E9C}" type="presOf" srcId="{7995E698-CBCE-47FE-B8DC-29618FFD2E87}" destId="{A9B632C6-C794-44FC-B236-AD6DB69FA0FC}" srcOrd="0" destOrd="0" presId="urn:microsoft.com/office/officeart/2005/8/layout/list1"/>
    <dgm:cxn modelId="{02BA4AB4-5C9B-4890-B2F4-2B6BE960F785}" srcId="{B6D84E00-1CCB-43E2-9B43-8939144EAE2B}" destId="{4F2800F1-0180-49A4-B277-58AE3327C325}" srcOrd="2" destOrd="0" parTransId="{68D4BFD4-C280-4875-91EB-2786F96A0553}" sibTransId="{13242F60-48ED-4659-B412-9C30C978BF39}"/>
    <dgm:cxn modelId="{6E18A4D6-59CF-494E-97E9-38F743DF02D7}" type="presOf" srcId="{EF563A1C-7F8E-44EB-88C8-8BB50D6D656A}" destId="{E9B9FB63-CAB1-472F-BA80-26980FB891D5}" srcOrd="1" destOrd="0" presId="urn:microsoft.com/office/officeart/2005/8/layout/list1"/>
    <dgm:cxn modelId="{3933C4D7-5A85-484A-97D1-90393BDA1F0A}" srcId="{EF563A1C-7F8E-44EB-88C8-8BB50D6D656A}" destId="{68209374-A6C9-446E-93C8-C22B4FA87792}" srcOrd="0" destOrd="0" parTransId="{CF373FAD-1D65-4FDC-9D50-4935C23D8706}" sibTransId="{1CDF4CAB-A840-4028-B71A-FD8FB18CC2DD}"/>
    <dgm:cxn modelId="{1370FBE1-8FB5-42C8-9821-5355297C6EF1}" srcId="{B6D84E00-1CCB-43E2-9B43-8939144EAE2B}" destId="{7995E698-CBCE-47FE-B8DC-29618FFD2E87}" srcOrd="1" destOrd="0" parTransId="{67934536-F4EA-4B5F-982D-D442AE353E11}" sibTransId="{EBDF2E7F-71C9-4474-A13B-7E0064BF14F0}"/>
    <dgm:cxn modelId="{4AA554E8-C744-49C4-B0EA-1818E7D7059D}" type="presOf" srcId="{E3F67877-190D-4B5A-9C36-6E0B370FD75D}" destId="{244AC52C-1457-4B39-ACBC-8A7839F7ABED}" srcOrd="0" destOrd="0" presId="urn:microsoft.com/office/officeart/2005/8/layout/list1"/>
    <dgm:cxn modelId="{829D93ED-83D8-4E4C-AE0A-FAD77B4125D4}" type="presOf" srcId="{B2DAE413-8AA5-43A7-B7C1-7073221C5845}" destId="{DD5D7EDB-90E7-4BFF-B0D4-7667C1C49F77}" srcOrd="0" destOrd="0" presId="urn:microsoft.com/office/officeart/2005/8/layout/list1"/>
    <dgm:cxn modelId="{049775F5-518D-4F6E-80C9-C45E66E83ADE}" type="presParOf" srcId="{1E8B06E0-2DC5-4DD7-A32C-58C2FA55D6C9}" destId="{ED872889-961E-4B7E-BFEF-F9EF10647B0D}" srcOrd="0" destOrd="0" presId="urn:microsoft.com/office/officeart/2005/8/layout/list1"/>
    <dgm:cxn modelId="{AC677D68-7595-44E8-9E1B-15EC7FB4F42E}" type="presParOf" srcId="{ED872889-961E-4B7E-BFEF-F9EF10647B0D}" destId="{391B3903-723E-4EC1-9CC9-E11152214019}" srcOrd="0" destOrd="0" presId="urn:microsoft.com/office/officeart/2005/8/layout/list1"/>
    <dgm:cxn modelId="{87C550D4-1A62-4A27-9661-327B37A13B7F}" type="presParOf" srcId="{ED872889-961E-4B7E-BFEF-F9EF10647B0D}" destId="{E9B9FB63-CAB1-472F-BA80-26980FB891D5}" srcOrd="1" destOrd="0" presId="urn:microsoft.com/office/officeart/2005/8/layout/list1"/>
    <dgm:cxn modelId="{B44A33BF-B8AB-4631-83D4-CFF5675077E0}" type="presParOf" srcId="{1E8B06E0-2DC5-4DD7-A32C-58C2FA55D6C9}" destId="{B93F1FC8-A223-422A-852B-24EB3D1B8BCD}" srcOrd="1" destOrd="0" presId="urn:microsoft.com/office/officeart/2005/8/layout/list1"/>
    <dgm:cxn modelId="{81551495-EA55-43A8-93D8-0C1A4C3DC2A3}" type="presParOf" srcId="{1E8B06E0-2DC5-4DD7-A32C-58C2FA55D6C9}" destId="{B577041C-EF25-4ECD-96CF-BB7D4558DFFA}" srcOrd="2" destOrd="0" presId="urn:microsoft.com/office/officeart/2005/8/layout/list1"/>
    <dgm:cxn modelId="{D0564CD1-1C46-405F-BE4D-B630F4D31136}" type="presParOf" srcId="{1E8B06E0-2DC5-4DD7-A32C-58C2FA55D6C9}" destId="{51DB0DB0-F961-49AA-B6E8-E09E92166F24}" srcOrd="3" destOrd="0" presId="urn:microsoft.com/office/officeart/2005/8/layout/list1"/>
    <dgm:cxn modelId="{CCDDE63C-CD44-4486-A3AF-8BA4280F8F73}" type="presParOf" srcId="{1E8B06E0-2DC5-4DD7-A32C-58C2FA55D6C9}" destId="{C7EBBC39-67E8-4666-8800-23C90AF702A0}" srcOrd="4" destOrd="0" presId="urn:microsoft.com/office/officeart/2005/8/layout/list1"/>
    <dgm:cxn modelId="{08E1133E-2096-4837-BEB8-1FA59B28F4A9}" type="presParOf" srcId="{C7EBBC39-67E8-4666-8800-23C90AF702A0}" destId="{A9B632C6-C794-44FC-B236-AD6DB69FA0FC}" srcOrd="0" destOrd="0" presId="urn:microsoft.com/office/officeart/2005/8/layout/list1"/>
    <dgm:cxn modelId="{5AF3F21D-4633-4317-BE80-529C8C6236BE}" type="presParOf" srcId="{C7EBBC39-67E8-4666-8800-23C90AF702A0}" destId="{7CF568B2-481B-45FB-96C0-7D2458507CD6}" srcOrd="1" destOrd="0" presId="urn:microsoft.com/office/officeart/2005/8/layout/list1"/>
    <dgm:cxn modelId="{39AFE9B1-189B-4D17-A85D-4A0C55500527}" type="presParOf" srcId="{1E8B06E0-2DC5-4DD7-A32C-58C2FA55D6C9}" destId="{A69B1972-961E-4B44-84C7-77E1FB8C66F0}" srcOrd="5" destOrd="0" presId="urn:microsoft.com/office/officeart/2005/8/layout/list1"/>
    <dgm:cxn modelId="{887D3BBE-80B9-402E-9AAA-ECD109DD44BB}" type="presParOf" srcId="{1E8B06E0-2DC5-4DD7-A32C-58C2FA55D6C9}" destId="{DD5D7EDB-90E7-4BFF-B0D4-7667C1C49F77}" srcOrd="6" destOrd="0" presId="urn:microsoft.com/office/officeart/2005/8/layout/list1"/>
    <dgm:cxn modelId="{6D546808-09FC-4FD9-8F53-49A27D874DCA}" type="presParOf" srcId="{1E8B06E0-2DC5-4DD7-A32C-58C2FA55D6C9}" destId="{82C84FFC-F126-4C3D-9656-D71E4A902C14}" srcOrd="7" destOrd="0" presId="urn:microsoft.com/office/officeart/2005/8/layout/list1"/>
    <dgm:cxn modelId="{C66841E5-0F0D-44E6-AC76-EB29D6D980C7}" type="presParOf" srcId="{1E8B06E0-2DC5-4DD7-A32C-58C2FA55D6C9}" destId="{FDB67544-0787-4160-AE43-773A73BCB474}" srcOrd="8" destOrd="0" presId="urn:microsoft.com/office/officeart/2005/8/layout/list1"/>
    <dgm:cxn modelId="{11A537BA-D518-4EC7-A194-33ABA6505305}" type="presParOf" srcId="{FDB67544-0787-4160-AE43-773A73BCB474}" destId="{F85BAD7D-EDF7-4B32-BBAF-7FEB55076573}" srcOrd="0" destOrd="0" presId="urn:microsoft.com/office/officeart/2005/8/layout/list1"/>
    <dgm:cxn modelId="{F0BC18A4-1B2F-4C87-9BE2-ACEE01DEDFD6}" type="presParOf" srcId="{FDB67544-0787-4160-AE43-773A73BCB474}" destId="{8B2A5152-7DDA-41C5-9F73-94589965401E}" srcOrd="1" destOrd="0" presId="urn:microsoft.com/office/officeart/2005/8/layout/list1"/>
    <dgm:cxn modelId="{D07A8246-BF75-47FA-B298-8A32373CAB7E}" type="presParOf" srcId="{1E8B06E0-2DC5-4DD7-A32C-58C2FA55D6C9}" destId="{D23F44C7-4B45-4923-89D2-5241F9D1218F}" srcOrd="9" destOrd="0" presId="urn:microsoft.com/office/officeart/2005/8/layout/list1"/>
    <dgm:cxn modelId="{9A89B277-44FD-44F1-8D87-54B474BDB88C}" type="presParOf" srcId="{1E8B06E0-2DC5-4DD7-A32C-58C2FA55D6C9}" destId="{244AC52C-1457-4B39-ACBC-8A7839F7ABE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6159EFF-2EDE-4C40-AB85-5658FDCC825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M"/>
        </a:p>
      </dgm:t>
    </dgm:pt>
    <dgm:pt modelId="{B5A67A50-F91C-458C-B78D-C3FB2D5FCE58}">
      <dgm:prSet phldrT="[Texte]"/>
      <dgm:spPr/>
      <dgm:t>
        <a:bodyPr/>
        <a:lstStyle/>
        <a:p>
          <a:r>
            <a:rPr lang="fr-FR" b="1" dirty="0"/>
            <a:t>Authentification</a:t>
          </a:r>
          <a:endParaRPr lang="fr-CM" dirty="0"/>
        </a:p>
      </dgm:t>
    </dgm:pt>
    <dgm:pt modelId="{99CFCC14-AE11-4D26-92BD-994F1ACC7483}" type="parTrans" cxnId="{352D1874-D2A6-45DC-80CE-8BEFE81A5928}">
      <dgm:prSet/>
      <dgm:spPr/>
      <dgm:t>
        <a:bodyPr/>
        <a:lstStyle/>
        <a:p>
          <a:endParaRPr lang="fr-CM"/>
        </a:p>
      </dgm:t>
    </dgm:pt>
    <dgm:pt modelId="{99D41D1B-06AC-4221-9EB6-93702D561197}" type="sibTrans" cxnId="{352D1874-D2A6-45DC-80CE-8BEFE81A5928}">
      <dgm:prSet/>
      <dgm:spPr/>
      <dgm:t>
        <a:bodyPr/>
        <a:lstStyle/>
        <a:p>
          <a:endParaRPr lang="fr-CM"/>
        </a:p>
      </dgm:t>
    </dgm:pt>
    <dgm:pt modelId="{A64427F3-8C7F-4867-B118-29972C611D2B}">
      <dgm:prSet/>
      <dgm:spPr/>
      <dgm:t>
        <a:bodyPr/>
        <a:lstStyle/>
        <a:p>
          <a:r>
            <a:rPr lang="fr-FR" b="1" dirty="0"/>
            <a:t>Consommation API Gnocchi</a:t>
          </a:r>
          <a:endParaRPr lang="fr-FR" dirty="0"/>
        </a:p>
      </dgm:t>
    </dgm:pt>
    <dgm:pt modelId="{DE1F07EE-40E5-425F-86F4-BB022A53A9FF}" type="parTrans" cxnId="{ED5CCB5C-D0D0-4CD5-A41F-F9B1742EEAE6}">
      <dgm:prSet/>
      <dgm:spPr/>
      <dgm:t>
        <a:bodyPr/>
        <a:lstStyle/>
        <a:p>
          <a:endParaRPr lang="fr-CM"/>
        </a:p>
      </dgm:t>
    </dgm:pt>
    <dgm:pt modelId="{A47DC42A-4653-4838-BFD6-EC4E05FBFE9A}" type="sibTrans" cxnId="{ED5CCB5C-D0D0-4CD5-A41F-F9B1742EEAE6}">
      <dgm:prSet/>
      <dgm:spPr/>
      <dgm:t>
        <a:bodyPr/>
        <a:lstStyle/>
        <a:p>
          <a:endParaRPr lang="fr-CM"/>
        </a:p>
      </dgm:t>
    </dgm:pt>
    <dgm:pt modelId="{039E17B0-ECB6-4261-92E2-40270E045546}">
      <dgm:prSet/>
      <dgm:spPr/>
      <dgm:t>
        <a:bodyPr/>
        <a:lstStyle/>
        <a:p>
          <a:r>
            <a:rPr lang="fr-FR" b="1" dirty="0"/>
            <a:t>Traitement des données</a:t>
          </a:r>
          <a:endParaRPr lang="fr-FR" dirty="0"/>
        </a:p>
      </dgm:t>
    </dgm:pt>
    <dgm:pt modelId="{3840B6EC-2E88-4BAB-AF51-4B16CF0FD4B3}" type="parTrans" cxnId="{5A9B2059-AC34-49A7-8210-027176636F1E}">
      <dgm:prSet/>
      <dgm:spPr/>
      <dgm:t>
        <a:bodyPr/>
        <a:lstStyle/>
        <a:p>
          <a:endParaRPr lang="fr-CM"/>
        </a:p>
      </dgm:t>
    </dgm:pt>
    <dgm:pt modelId="{84E17A12-C307-4FAE-AA79-6EF4C0F80090}" type="sibTrans" cxnId="{5A9B2059-AC34-49A7-8210-027176636F1E}">
      <dgm:prSet/>
      <dgm:spPr/>
      <dgm:t>
        <a:bodyPr/>
        <a:lstStyle/>
        <a:p>
          <a:endParaRPr lang="fr-CM"/>
        </a:p>
      </dgm:t>
    </dgm:pt>
    <dgm:pt modelId="{9519D5B7-3E8E-4D49-9CA7-0F7BCADFE297}">
      <dgm:prSet/>
      <dgm:spPr/>
      <dgm:t>
        <a:bodyPr/>
        <a:lstStyle/>
        <a:p>
          <a:r>
            <a:rPr lang="fr-FR" b="1" dirty="0"/>
            <a:t>Gestion MongoDB</a:t>
          </a:r>
          <a:endParaRPr lang="fr-FR" dirty="0"/>
        </a:p>
      </dgm:t>
    </dgm:pt>
    <dgm:pt modelId="{2CEA6BCF-42DF-4282-8860-831E238C2CB3}" type="parTrans" cxnId="{8E006F2F-8603-485C-9A80-0F53CB6E0748}">
      <dgm:prSet/>
      <dgm:spPr/>
      <dgm:t>
        <a:bodyPr/>
        <a:lstStyle/>
        <a:p>
          <a:endParaRPr lang="fr-CM"/>
        </a:p>
      </dgm:t>
    </dgm:pt>
    <dgm:pt modelId="{E35056FB-93DB-4872-BB3A-4F342861A1AB}" type="sibTrans" cxnId="{8E006F2F-8603-485C-9A80-0F53CB6E0748}">
      <dgm:prSet/>
      <dgm:spPr/>
      <dgm:t>
        <a:bodyPr/>
        <a:lstStyle/>
        <a:p>
          <a:endParaRPr lang="fr-CM"/>
        </a:p>
      </dgm:t>
    </dgm:pt>
    <dgm:pt modelId="{005E12A8-836A-4DCC-A3DA-D0BC2985A762}">
      <dgm:prSet phldrT="[Texte]"/>
      <dgm:spPr/>
      <dgm:t>
        <a:bodyPr/>
        <a:lstStyle/>
        <a:p>
          <a:r>
            <a:rPr lang="fr-FR" dirty="0"/>
            <a:t> Implémentation d'un module de connexion via l'API Keystone.</a:t>
          </a:r>
          <a:endParaRPr lang="fr-CM" dirty="0"/>
        </a:p>
      </dgm:t>
    </dgm:pt>
    <dgm:pt modelId="{4BA3040D-6CBD-4459-8B79-B36A82F4DC1B}" type="parTrans" cxnId="{ECD870C4-FCAF-41E2-89F1-DA1DE0CA07C6}">
      <dgm:prSet/>
      <dgm:spPr/>
      <dgm:t>
        <a:bodyPr/>
        <a:lstStyle/>
        <a:p>
          <a:endParaRPr lang="fr-CM"/>
        </a:p>
      </dgm:t>
    </dgm:pt>
    <dgm:pt modelId="{FCC50468-FE11-4E2C-86E2-C06A233F5827}" type="sibTrans" cxnId="{ECD870C4-FCAF-41E2-89F1-DA1DE0CA07C6}">
      <dgm:prSet/>
      <dgm:spPr/>
      <dgm:t>
        <a:bodyPr/>
        <a:lstStyle/>
        <a:p>
          <a:endParaRPr lang="fr-CM"/>
        </a:p>
      </dgm:t>
    </dgm:pt>
    <dgm:pt modelId="{829C6C73-2F0A-4D64-A5FC-A35A25FEBE4A}">
      <dgm:prSet/>
      <dgm:spPr/>
      <dgm:t>
        <a:bodyPr/>
        <a:lstStyle/>
        <a:p>
          <a:r>
            <a:rPr lang="fr-FR" dirty="0"/>
            <a:t> Création de routes pour récupérer les mesures (</a:t>
          </a:r>
          <a:r>
            <a:rPr lang="fr-FR" dirty="0" err="1"/>
            <a:t>metrics</a:t>
          </a:r>
          <a:r>
            <a:rPr lang="fr-FR" dirty="0"/>
            <a:t>) et les ressources (</a:t>
          </a:r>
          <a:r>
            <a:rPr lang="fr-FR" dirty="0" err="1"/>
            <a:t>resources</a:t>
          </a:r>
          <a:r>
            <a:rPr lang="fr-FR" dirty="0"/>
            <a:t>).</a:t>
          </a:r>
        </a:p>
      </dgm:t>
    </dgm:pt>
    <dgm:pt modelId="{75435152-DDFB-41C2-B9AB-E7CC55AF7C7A}" type="parTrans" cxnId="{EC286B3E-28DB-45BC-AA68-167F3C9AE33F}">
      <dgm:prSet/>
      <dgm:spPr/>
      <dgm:t>
        <a:bodyPr/>
        <a:lstStyle/>
        <a:p>
          <a:endParaRPr lang="fr-CM"/>
        </a:p>
      </dgm:t>
    </dgm:pt>
    <dgm:pt modelId="{67054D17-81E2-417B-B05B-24D1A1633DAB}" type="sibTrans" cxnId="{EC286B3E-28DB-45BC-AA68-167F3C9AE33F}">
      <dgm:prSet/>
      <dgm:spPr/>
      <dgm:t>
        <a:bodyPr/>
        <a:lstStyle/>
        <a:p>
          <a:endParaRPr lang="fr-CM"/>
        </a:p>
      </dgm:t>
    </dgm:pt>
    <dgm:pt modelId="{942F996B-4B2A-49D7-AB4E-E18F959570FD}">
      <dgm:prSet/>
      <dgm:spPr/>
      <dgm:t>
        <a:bodyPr/>
        <a:lstStyle/>
        <a:p>
          <a:r>
            <a:rPr lang="fr-FR" dirty="0"/>
            <a:t> Formatage des données JSON brutes reçues d'</a:t>
          </a:r>
          <a:r>
            <a:rPr lang="fr-FR" dirty="0" err="1"/>
            <a:t>OpenStack</a:t>
          </a:r>
          <a:r>
            <a:rPr lang="fr-FR" dirty="0"/>
            <a:t> pour les rendre digestes pour le Frontend.</a:t>
          </a:r>
        </a:p>
      </dgm:t>
    </dgm:pt>
    <dgm:pt modelId="{E6248123-3790-403D-B983-12436515CCEC}" type="parTrans" cxnId="{6B7803F8-E790-4649-8F76-40A2170FD235}">
      <dgm:prSet/>
      <dgm:spPr/>
      <dgm:t>
        <a:bodyPr/>
        <a:lstStyle/>
        <a:p>
          <a:endParaRPr lang="fr-CM"/>
        </a:p>
      </dgm:t>
    </dgm:pt>
    <dgm:pt modelId="{EDDD69C1-6AB5-460B-ADEF-6F780F783ED0}" type="sibTrans" cxnId="{6B7803F8-E790-4649-8F76-40A2170FD235}">
      <dgm:prSet/>
      <dgm:spPr/>
      <dgm:t>
        <a:bodyPr/>
        <a:lstStyle/>
        <a:p>
          <a:endParaRPr lang="fr-CM"/>
        </a:p>
      </dgm:t>
    </dgm:pt>
    <dgm:pt modelId="{59E2C82D-38D2-4A1E-A6F6-6677073D002B}">
      <dgm:prSet/>
      <dgm:spPr/>
      <dgm:t>
        <a:bodyPr/>
        <a:lstStyle/>
        <a:p>
          <a:r>
            <a:rPr lang="fr-FR"/>
            <a:t> </a:t>
          </a:r>
          <a:r>
            <a:rPr lang="fr-FR" dirty="0"/>
            <a:t>Utilisation de </a:t>
          </a:r>
          <a:r>
            <a:rPr lang="fr-FR" dirty="0" err="1"/>
            <a:t>Mongoose</a:t>
          </a:r>
          <a:r>
            <a:rPr lang="fr-FR" dirty="0"/>
            <a:t> pour stocker les seuils d'alertes personnalisés.</a:t>
          </a:r>
        </a:p>
      </dgm:t>
    </dgm:pt>
    <dgm:pt modelId="{C9BA919B-848D-417B-BFB6-7F1063C151A2}" type="parTrans" cxnId="{0D06E33D-24AF-4ED1-901E-3730FEC7385C}">
      <dgm:prSet/>
      <dgm:spPr/>
      <dgm:t>
        <a:bodyPr/>
        <a:lstStyle/>
        <a:p>
          <a:endParaRPr lang="fr-CM"/>
        </a:p>
      </dgm:t>
    </dgm:pt>
    <dgm:pt modelId="{157C6FE1-A4BF-4926-B3C8-E6F456098EBC}" type="sibTrans" cxnId="{0D06E33D-24AF-4ED1-901E-3730FEC7385C}">
      <dgm:prSet/>
      <dgm:spPr/>
      <dgm:t>
        <a:bodyPr/>
        <a:lstStyle/>
        <a:p>
          <a:endParaRPr lang="fr-CM"/>
        </a:p>
      </dgm:t>
    </dgm:pt>
    <dgm:pt modelId="{976B5961-1E17-4FFD-B36B-C7DDC22F46D5}" type="pres">
      <dgm:prSet presAssocID="{86159EFF-2EDE-4C40-AB85-5658FDCC825B}" presName="linear" presStyleCnt="0">
        <dgm:presLayoutVars>
          <dgm:dir/>
          <dgm:animLvl val="lvl"/>
          <dgm:resizeHandles val="exact"/>
        </dgm:presLayoutVars>
      </dgm:prSet>
      <dgm:spPr/>
    </dgm:pt>
    <dgm:pt modelId="{A069A3A8-7FA8-4117-9F35-433561DB5397}" type="pres">
      <dgm:prSet presAssocID="{B5A67A50-F91C-458C-B78D-C3FB2D5FCE58}" presName="parentLin" presStyleCnt="0"/>
      <dgm:spPr/>
    </dgm:pt>
    <dgm:pt modelId="{5F875A68-9FE8-4A66-81EB-81EED9B25BCF}" type="pres">
      <dgm:prSet presAssocID="{B5A67A50-F91C-458C-B78D-C3FB2D5FCE58}" presName="parentLeftMargin" presStyleLbl="node1" presStyleIdx="0" presStyleCnt="4"/>
      <dgm:spPr/>
    </dgm:pt>
    <dgm:pt modelId="{2F08A7B7-5C6C-4F87-B43E-9218CCE00CB3}" type="pres">
      <dgm:prSet presAssocID="{B5A67A50-F91C-458C-B78D-C3FB2D5FCE5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D31B306-3AC9-45A2-9983-CD7BC32EB86A}" type="pres">
      <dgm:prSet presAssocID="{B5A67A50-F91C-458C-B78D-C3FB2D5FCE58}" presName="negativeSpace" presStyleCnt="0"/>
      <dgm:spPr/>
    </dgm:pt>
    <dgm:pt modelId="{A94316C9-C91D-45DC-9E06-486512F2EEB8}" type="pres">
      <dgm:prSet presAssocID="{B5A67A50-F91C-458C-B78D-C3FB2D5FCE58}" presName="childText" presStyleLbl="conFgAcc1" presStyleIdx="0" presStyleCnt="4">
        <dgm:presLayoutVars>
          <dgm:bulletEnabled val="1"/>
        </dgm:presLayoutVars>
      </dgm:prSet>
      <dgm:spPr/>
    </dgm:pt>
    <dgm:pt modelId="{71F9946F-45B8-4A78-A2B0-2F3C7AC45B5B}" type="pres">
      <dgm:prSet presAssocID="{99D41D1B-06AC-4221-9EB6-93702D561197}" presName="spaceBetweenRectangles" presStyleCnt="0"/>
      <dgm:spPr/>
    </dgm:pt>
    <dgm:pt modelId="{61973649-8034-4306-9651-D6F91B21A434}" type="pres">
      <dgm:prSet presAssocID="{A64427F3-8C7F-4867-B118-29972C611D2B}" presName="parentLin" presStyleCnt="0"/>
      <dgm:spPr/>
    </dgm:pt>
    <dgm:pt modelId="{4C3C00EF-C12D-4A65-AB8B-7F35C9754A37}" type="pres">
      <dgm:prSet presAssocID="{A64427F3-8C7F-4867-B118-29972C611D2B}" presName="parentLeftMargin" presStyleLbl="node1" presStyleIdx="0" presStyleCnt="4"/>
      <dgm:spPr/>
    </dgm:pt>
    <dgm:pt modelId="{9B37E684-FE41-447E-9095-56704190C70A}" type="pres">
      <dgm:prSet presAssocID="{A64427F3-8C7F-4867-B118-29972C611D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2DCC71E-1019-4DBF-BE14-E728CFD9B39B}" type="pres">
      <dgm:prSet presAssocID="{A64427F3-8C7F-4867-B118-29972C611D2B}" presName="negativeSpace" presStyleCnt="0"/>
      <dgm:spPr/>
    </dgm:pt>
    <dgm:pt modelId="{664AB519-E1FC-46F0-9745-E44836358458}" type="pres">
      <dgm:prSet presAssocID="{A64427F3-8C7F-4867-B118-29972C611D2B}" presName="childText" presStyleLbl="conFgAcc1" presStyleIdx="1" presStyleCnt="4">
        <dgm:presLayoutVars>
          <dgm:bulletEnabled val="1"/>
        </dgm:presLayoutVars>
      </dgm:prSet>
      <dgm:spPr/>
    </dgm:pt>
    <dgm:pt modelId="{9C74BE2B-64B7-4F65-B867-5A58B1F21C1D}" type="pres">
      <dgm:prSet presAssocID="{A47DC42A-4653-4838-BFD6-EC4E05FBFE9A}" presName="spaceBetweenRectangles" presStyleCnt="0"/>
      <dgm:spPr/>
    </dgm:pt>
    <dgm:pt modelId="{7385DF33-38AC-4902-901D-8E88A667D58D}" type="pres">
      <dgm:prSet presAssocID="{039E17B0-ECB6-4261-92E2-40270E045546}" presName="parentLin" presStyleCnt="0"/>
      <dgm:spPr/>
    </dgm:pt>
    <dgm:pt modelId="{42072306-84CA-4BD0-BF98-ACD80D10C4D7}" type="pres">
      <dgm:prSet presAssocID="{039E17B0-ECB6-4261-92E2-40270E045546}" presName="parentLeftMargin" presStyleLbl="node1" presStyleIdx="1" presStyleCnt="4"/>
      <dgm:spPr/>
    </dgm:pt>
    <dgm:pt modelId="{77C51C97-C789-4569-9407-9633F9BA5D35}" type="pres">
      <dgm:prSet presAssocID="{039E17B0-ECB6-4261-92E2-40270E04554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C168A9-BAF5-46B2-9111-41B6EE1A7AF1}" type="pres">
      <dgm:prSet presAssocID="{039E17B0-ECB6-4261-92E2-40270E045546}" presName="negativeSpace" presStyleCnt="0"/>
      <dgm:spPr/>
    </dgm:pt>
    <dgm:pt modelId="{6915172C-DE63-4AC4-9F20-3D14E87A06FA}" type="pres">
      <dgm:prSet presAssocID="{039E17B0-ECB6-4261-92E2-40270E045546}" presName="childText" presStyleLbl="conFgAcc1" presStyleIdx="2" presStyleCnt="4">
        <dgm:presLayoutVars>
          <dgm:bulletEnabled val="1"/>
        </dgm:presLayoutVars>
      </dgm:prSet>
      <dgm:spPr/>
    </dgm:pt>
    <dgm:pt modelId="{F9B0BB9C-0921-40A7-AA66-223CB6A7E169}" type="pres">
      <dgm:prSet presAssocID="{84E17A12-C307-4FAE-AA79-6EF4C0F80090}" presName="spaceBetweenRectangles" presStyleCnt="0"/>
      <dgm:spPr/>
    </dgm:pt>
    <dgm:pt modelId="{690CFC21-4BAB-4D29-863C-B3F9FD907F4B}" type="pres">
      <dgm:prSet presAssocID="{9519D5B7-3E8E-4D49-9CA7-0F7BCADFE297}" presName="parentLin" presStyleCnt="0"/>
      <dgm:spPr/>
    </dgm:pt>
    <dgm:pt modelId="{C9144AD8-B0D0-4093-A57F-50D3A923686F}" type="pres">
      <dgm:prSet presAssocID="{9519D5B7-3E8E-4D49-9CA7-0F7BCADFE297}" presName="parentLeftMargin" presStyleLbl="node1" presStyleIdx="2" presStyleCnt="4"/>
      <dgm:spPr/>
    </dgm:pt>
    <dgm:pt modelId="{FB62E816-6F8D-402B-B09A-B75C737636D0}" type="pres">
      <dgm:prSet presAssocID="{9519D5B7-3E8E-4D49-9CA7-0F7BCADFE29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2E6D3BF-465A-469B-A72E-69B762BA0CA7}" type="pres">
      <dgm:prSet presAssocID="{9519D5B7-3E8E-4D49-9CA7-0F7BCADFE297}" presName="negativeSpace" presStyleCnt="0"/>
      <dgm:spPr/>
    </dgm:pt>
    <dgm:pt modelId="{7F2BCE10-7B99-4F25-93AF-BCA8AD70CD54}" type="pres">
      <dgm:prSet presAssocID="{9519D5B7-3E8E-4D49-9CA7-0F7BCADFE29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8943A14-0D52-4633-929B-864347B15665}" type="presOf" srcId="{942F996B-4B2A-49D7-AB4E-E18F959570FD}" destId="{6915172C-DE63-4AC4-9F20-3D14E87A06FA}" srcOrd="0" destOrd="0" presId="urn:microsoft.com/office/officeart/2005/8/layout/list1"/>
    <dgm:cxn modelId="{8E006F2F-8603-485C-9A80-0F53CB6E0748}" srcId="{86159EFF-2EDE-4C40-AB85-5658FDCC825B}" destId="{9519D5B7-3E8E-4D49-9CA7-0F7BCADFE297}" srcOrd="3" destOrd="0" parTransId="{2CEA6BCF-42DF-4282-8860-831E238C2CB3}" sibTransId="{E35056FB-93DB-4872-BB3A-4F342861A1AB}"/>
    <dgm:cxn modelId="{0D06E33D-24AF-4ED1-901E-3730FEC7385C}" srcId="{9519D5B7-3E8E-4D49-9CA7-0F7BCADFE297}" destId="{59E2C82D-38D2-4A1E-A6F6-6677073D002B}" srcOrd="0" destOrd="0" parTransId="{C9BA919B-848D-417B-BFB6-7F1063C151A2}" sibTransId="{157C6FE1-A4BF-4926-B3C8-E6F456098EBC}"/>
    <dgm:cxn modelId="{EC286B3E-28DB-45BC-AA68-167F3C9AE33F}" srcId="{A64427F3-8C7F-4867-B118-29972C611D2B}" destId="{829C6C73-2F0A-4D64-A5FC-A35A25FEBE4A}" srcOrd="0" destOrd="0" parTransId="{75435152-DDFB-41C2-B9AB-E7CC55AF7C7A}" sibTransId="{67054D17-81E2-417B-B05B-24D1A1633DAB}"/>
    <dgm:cxn modelId="{ED5CCB5C-D0D0-4CD5-A41F-F9B1742EEAE6}" srcId="{86159EFF-2EDE-4C40-AB85-5658FDCC825B}" destId="{A64427F3-8C7F-4867-B118-29972C611D2B}" srcOrd="1" destOrd="0" parTransId="{DE1F07EE-40E5-425F-86F4-BB022A53A9FF}" sibTransId="{A47DC42A-4653-4838-BFD6-EC4E05FBFE9A}"/>
    <dgm:cxn modelId="{586BD762-9392-4CB6-A317-BE044F0BFABD}" type="presOf" srcId="{9519D5B7-3E8E-4D49-9CA7-0F7BCADFE297}" destId="{FB62E816-6F8D-402B-B09A-B75C737636D0}" srcOrd="1" destOrd="0" presId="urn:microsoft.com/office/officeart/2005/8/layout/list1"/>
    <dgm:cxn modelId="{49CEB572-E5D3-452E-A715-65756354A34B}" type="presOf" srcId="{039E17B0-ECB6-4261-92E2-40270E045546}" destId="{42072306-84CA-4BD0-BF98-ACD80D10C4D7}" srcOrd="0" destOrd="0" presId="urn:microsoft.com/office/officeart/2005/8/layout/list1"/>
    <dgm:cxn modelId="{352D1874-D2A6-45DC-80CE-8BEFE81A5928}" srcId="{86159EFF-2EDE-4C40-AB85-5658FDCC825B}" destId="{B5A67A50-F91C-458C-B78D-C3FB2D5FCE58}" srcOrd="0" destOrd="0" parTransId="{99CFCC14-AE11-4D26-92BD-994F1ACC7483}" sibTransId="{99D41D1B-06AC-4221-9EB6-93702D561197}"/>
    <dgm:cxn modelId="{5A9B2059-AC34-49A7-8210-027176636F1E}" srcId="{86159EFF-2EDE-4C40-AB85-5658FDCC825B}" destId="{039E17B0-ECB6-4261-92E2-40270E045546}" srcOrd="2" destOrd="0" parTransId="{3840B6EC-2E88-4BAB-AF51-4B16CF0FD4B3}" sibTransId="{84E17A12-C307-4FAE-AA79-6EF4C0F80090}"/>
    <dgm:cxn modelId="{EDEDFF7E-B496-47DC-9434-BE3E58D7FBA2}" type="presOf" srcId="{9519D5B7-3E8E-4D49-9CA7-0F7BCADFE297}" destId="{C9144AD8-B0D0-4093-A57F-50D3A923686F}" srcOrd="0" destOrd="0" presId="urn:microsoft.com/office/officeart/2005/8/layout/list1"/>
    <dgm:cxn modelId="{0CF30A89-C9DA-490B-AD41-95E3054A02E4}" type="presOf" srcId="{B5A67A50-F91C-458C-B78D-C3FB2D5FCE58}" destId="{2F08A7B7-5C6C-4F87-B43E-9218CCE00CB3}" srcOrd="1" destOrd="0" presId="urn:microsoft.com/office/officeart/2005/8/layout/list1"/>
    <dgm:cxn modelId="{4FE95092-8640-4F3B-B10E-89C5A9962898}" type="presOf" srcId="{A64427F3-8C7F-4867-B118-29972C611D2B}" destId="{9B37E684-FE41-447E-9095-56704190C70A}" srcOrd="1" destOrd="0" presId="urn:microsoft.com/office/officeart/2005/8/layout/list1"/>
    <dgm:cxn modelId="{517C4394-D715-4FF0-9135-FA1D3051F3A6}" type="presOf" srcId="{A64427F3-8C7F-4867-B118-29972C611D2B}" destId="{4C3C00EF-C12D-4A65-AB8B-7F35C9754A37}" srcOrd="0" destOrd="0" presId="urn:microsoft.com/office/officeart/2005/8/layout/list1"/>
    <dgm:cxn modelId="{6CDB589D-CE76-4B8E-8C68-DF90A66E389E}" type="presOf" srcId="{005E12A8-836A-4DCC-A3DA-D0BC2985A762}" destId="{A94316C9-C91D-45DC-9E06-486512F2EEB8}" srcOrd="0" destOrd="0" presId="urn:microsoft.com/office/officeart/2005/8/layout/list1"/>
    <dgm:cxn modelId="{B89172A2-71E2-4D86-AB81-F2BEC126654B}" type="presOf" srcId="{59E2C82D-38D2-4A1E-A6F6-6677073D002B}" destId="{7F2BCE10-7B99-4F25-93AF-BCA8AD70CD54}" srcOrd="0" destOrd="0" presId="urn:microsoft.com/office/officeart/2005/8/layout/list1"/>
    <dgm:cxn modelId="{ECD870C4-FCAF-41E2-89F1-DA1DE0CA07C6}" srcId="{B5A67A50-F91C-458C-B78D-C3FB2D5FCE58}" destId="{005E12A8-836A-4DCC-A3DA-D0BC2985A762}" srcOrd="0" destOrd="0" parTransId="{4BA3040D-6CBD-4459-8B79-B36A82F4DC1B}" sibTransId="{FCC50468-FE11-4E2C-86E2-C06A233F5827}"/>
    <dgm:cxn modelId="{D86FA1CC-7FD8-49BB-B17A-F2E413A903B9}" type="presOf" srcId="{039E17B0-ECB6-4261-92E2-40270E045546}" destId="{77C51C97-C789-4569-9407-9633F9BA5D35}" srcOrd="1" destOrd="0" presId="urn:microsoft.com/office/officeart/2005/8/layout/list1"/>
    <dgm:cxn modelId="{69B638DA-67D9-4206-A79F-E64DF3D8C311}" type="presOf" srcId="{B5A67A50-F91C-458C-B78D-C3FB2D5FCE58}" destId="{5F875A68-9FE8-4A66-81EB-81EED9B25BCF}" srcOrd="0" destOrd="0" presId="urn:microsoft.com/office/officeart/2005/8/layout/list1"/>
    <dgm:cxn modelId="{9BDF92DD-A120-4536-9602-4915EFE74430}" type="presOf" srcId="{829C6C73-2F0A-4D64-A5FC-A35A25FEBE4A}" destId="{664AB519-E1FC-46F0-9745-E44836358458}" srcOrd="0" destOrd="0" presId="urn:microsoft.com/office/officeart/2005/8/layout/list1"/>
    <dgm:cxn modelId="{6B7803F8-E790-4649-8F76-40A2170FD235}" srcId="{039E17B0-ECB6-4261-92E2-40270E045546}" destId="{942F996B-4B2A-49D7-AB4E-E18F959570FD}" srcOrd="0" destOrd="0" parTransId="{E6248123-3790-403D-B983-12436515CCEC}" sibTransId="{EDDD69C1-6AB5-460B-ADEF-6F780F783ED0}"/>
    <dgm:cxn modelId="{CFE2D7FD-B71A-4BFF-A927-EE7F4943D474}" type="presOf" srcId="{86159EFF-2EDE-4C40-AB85-5658FDCC825B}" destId="{976B5961-1E17-4FFD-B36B-C7DDC22F46D5}" srcOrd="0" destOrd="0" presId="urn:microsoft.com/office/officeart/2005/8/layout/list1"/>
    <dgm:cxn modelId="{7E8C24A2-AF17-4945-887B-CA2223C7EC4D}" type="presParOf" srcId="{976B5961-1E17-4FFD-B36B-C7DDC22F46D5}" destId="{A069A3A8-7FA8-4117-9F35-433561DB5397}" srcOrd="0" destOrd="0" presId="urn:microsoft.com/office/officeart/2005/8/layout/list1"/>
    <dgm:cxn modelId="{B5D1C172-06AC-4418-8FFF-76CF5CA6C4EF}" type="presParOf" srcId="{A069A3A8-7FA8-4117-9F35-433561DB5397}" destId="{5F875A68-9FE8-4A66-81EB-81EED9B25BCF}" srcOrd="0" destOrd="0" presId="urn:microsoft.com/office/officeart/2005/8/layout/list1"/>
    <dgm:cxn modelId="{5658A824-604F-469A-B1DF-D6BE2C14D55E}" type="presParOf" srcId="{A069A3A8-7FA8-4117-9F35-433561DB5397}" destId="{2F08A7B7-5C6C-4F87-B43E-9218CCE00CB3}" srcOrd="1" destOrd="0" presId="urn:microsoft.com/office/officeart/2005/8/layout/list1"/>
    <dgm:cxn modelId="{7010415B-F04A-4F72-A098-5FE7BC62ED32}" type="presParOf" srcId="{976B5961-1E17-4FFD-B36B-C7DDC22F46D5}" destId="{CD31B306-3AC9-45A2-9983-CD7BC32EB86A}" srcOrd="1" destOrd="0" presId="urn:microsoft.com/office/officeart/2005/8/layout/list1"/>
    <dgm:cxn modelId="{DCA9C363-DC43-4DFA-A147-D0211FF35491}" type="presParOf" srcId="{976B5961-1E17-4FFD-B36B-C7DDC22F46D5}" destId="{A94316C9-C91D-45DC-9E06-486512F2EEB8}" srcOrd="2" destOrd="0" presId="urn:microsoft.com/office/officeart/2005/8/layout/list1"/>
    <dgm:cxn modelId="{A6651788-B2C7-4231-AC9D-30495CCF1324}" type="presParOf" srcId="{976B5961-1E17-4FFD-B36B-C7DDC22F46D5}" destId="{71F9946F-45B8-4A78-A2B0-2F3C7AC45B5B}" srcOrd="3" destOrd="0" presId="urn:microsoft.com/office/officeart/2005/8/layout/list1"/>
    <dgm:cxn modelId="{E26B6988-798B-4C85-8412-E5B3325CE1C7}" type="presParOf" srcId="{976B5961-1E17-4FFD-B36B-C7DDC22F46D5}" destId="{61973649-8034-4306-9651-D6F91B21A434}" srcOrd="4" destOrd="0" presId="urn:microsoft.com/office/officeart/2005/8/layout/list1"/>
    <dgm:cxn modelId="{09B0EBF1-2AF5-4A0C-9EEF-30E88B7E00D7}" type="presParOf" srcId="{61973649-8034-4306-9651-D6F91B21A434}" destId="{4C3C00EF-C12D-4A65-AB8B-7F35C9754A37}" srcOrd="0" destOrd="0" presId="urn:microsoft.com/office/officeart/2005/8/layout/list1"/>
    <dgm:cxn modelId="{86B5AAD0-71B3-4CE8-B54C-251B322A2C7D}" type="presParOf" srcId="{61973649-8034-4306-9651-D6F91B21A434}" destId="{9B37E684-FE41-447E-9095-56704190C70A}" srcOrd="1" destOrd="0" presId="urn:microsoft.com/office/officeart/2005/8/layout/list1"/>
    <dgm:cxn modelId="{4A365127-2553-408E-8141-9DDCE7473C7A}" type="presParOf" srcId="{976B5961-1E17-4FFD-B36B-C7DDC22F46D5}" destId="{F2DCC71E-1019-4DBF-BE14-E728CFD9B39B}" srcOrd="5" destOrd="0" presId="urn:microsoft.com/office/officeart/2005/8/layout/list1"/>
    <dgm:cxn modelId="{7D1F94BB-69A8-4178-A879-9159DAD9B1E8}" type="presParOf" srcId="{976B5961-1E17-4FFD-B36B-C7DDC22F46D5}" destId="{664AB519-E1FC-46F0-9745-E44836358458}" srcOrd="6" destOrd="0" presId="urn:microsoft.com/office/officeart/2005/8/layout/list1"/>
    <dgm:cxn modelId="{C3198B9E-0D49-425F-A790-B809DB846F54}" type="presParOf" srcId="{976B5961-1E17-4FFD-B36B-C7DDC22F46D5}" destId="{9C74BE2B-64B7-4F65-B867-5A58B1F21C1D}" srcOrd="7" destOrd="0" presId="urn:microsoft.com/office/officeart/2005/8/layout/list1"/>
    <dgm:cxn modelId="{ADB86F36-BD10-4399-B528-9B641155373B}" type="presParOf" srcId="{976B5961-1E17-4FFD-B36B-C7DDC22F46D5}" destId="{7385DF33-38AC-4902-901D-8E88A667D58D}" srcOrd="8" destOrd="0" presId="urn:microsoft.com/office/officeart/2005/8/layout/list1"/>
    <dgm:cxn modelId="{E9F4B1F8-D185-42D0-A859-999F7AFB0A52}" type="presParOf" srcId="{7385DF33-38AC-4902-901D-8E88A667D58D}" destId="{42072306-84CA-4BD0-BF98-ACD80D10C4D7}" srcOrd="0" destOrd="0" presId="urn:microsoft.com/office/officeart/2005/8/layout/list1"/>
    <dgm:cxn modelId="{AF675591-32EB-426C-9EF8-43716C8AD691}" type="presParOf" srcId="{7385DF33-38AC-4902-901D-8E88A667D58D}" destId="{77C51C97-C789-4569-9407-9633F9BA5D35}" srcOrd="1" destOrd="0" presId="urn:microsoft.com/office/officeart/2005/8/layout/list1"/>
    <dgm:cxn modelId="{A2E3ED96-8781-4191-ADD1-56B284A71B31}" type="presParOf" srcId="{976B5961-1E17-4FFD-B36B-C7DDC22F46D5}" destId="{60C168A9-BAF5-46B2-9111-41B6EE1A7AF1}" srcOrd="9" destOrd="0" presId="urn:microsoft.com/office/officeart/2005/8/layout/list1"/>
    <dgm:cxn modelId="{2AC172CB-C4CA-4BCA-927C-17AA69AD6132}" type="presParOf" srcId="{976B5961-1E17-4FFD-B36B-C7DDC22F46D5}" destId="{6915172C-DE63-4AC4-9F20-3D14E87A06FA}" srcOrd="10" destOrd="0" presId="urn:microsoft.com/office/officeart/2005/8/layout/list1"/>
    <dgm:cxn modelId="{2F6323F4-2E55-4BEC-9EE9-1B32E85954F4}" type="presParOf" srcId="{976B5961-1E17-4FFD-B36B-C7DDC22F46D5}" destId="{F9B0BB9C-0921-40A7-AA66-223CB6A7E169}" srcOrd="11" destOrd="0" presId="urn:microsoft.com/office/officeart/2005/8/layout/list1"/>
    <dgm:cxn modelId="{B2A65269-EA38-44FF-81B4-80637A29CB5F}" type="presParOf" srcId="{976B5961-1E17-4FFD-B36B-C7DDC22F46D5}" destId="{690CFC21-4BAB-4D29-863C-B3F9FD907F4B}" srcOrd="12" destOrd="0" presId="urn:microsoft.com/office/officeart/2005/8/layout/list1"/>
    <dgm:cxn modelId="{7002279B-DB04-45AE-AF0E-687DEE88E4E4}" type="presParOf" srcId="{690CFC21-4BAB-4D29-863C-B3F9FD907F4B}" destId="{C9144AD8-B0D0-4093-A57F-50D3A923686F}" srcOrd="0" destOrd="0" presId="urn:microsoft.com/office/officeart/2005/8/layout/list1"/>
    <dgm:cxn modelId="{8C90326B-8E5C-4999-8BD5-2816175AAE15}" type="presParOf" srcId="{690CFC21-4BAB-4D29-863C-B3F9FD907F4B}" destId="{FB62E816-6F8D-402B-B09A-B75C737636D0}" srcOrd="1" destOrd="0" presId="urn:microsoft.com/office/officeart/2005/8/layout/list1"/>
    <dgm:cxn modelId="{A20FAD3A-8BAE-4A35-B1D1-2F0B4EF544E9}" type="presParOf" srcId="{976B5961-1E17-4FFD-B36B-C7DDC22F46D5}" destId="{52E6D3BF-465A-469B-A72E-69B762BA0CA7}" srcOrd="13" destOrd="0" presId="urn:microsoft.com/office/officeart/2005/8/layout/list1"/>
    <dgm:cxn modelId="{82CDCD56-8940-4308-AC70-3610D2133495}" type="presParOf" srcId="{976B5961-1E17-4FFD-B36B-C7DDC22F46D5}" destId="{7F2BCE10-7B99-4F25-93AF-BCA8AD70CD5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FCBC1DB-D349-455F-B883-5AEC6FA942A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M"/>
        </a:p>
      </dgm:t>
    </dgm:pt>
    <dgm:pt modelId="{F88BF1E1-8B7D-4DB8-84C3-A39BAEB65F21}">
      <dgm:prSet phldrT="[Texte]"/>
      <dgm:spPr/>
      <dgm:t>
        <a:bodyPr/>
        <a:lstStyle/>
        <a:p>
          <a:r>
            <a:rPr lang="fr-FR" b="1" dirty="0"/>
            <a:t>Interface de Dashboard</a:t>
          </a:r>
          <a:endParaRPr lang="fr-CM" dirty="0"/>
        </a:p>
      </dgm:t>
    </dgm:pt>
    <dgm:pt modelId="{60F5A8B2-DE93-466E-9F7C-9624DED8F9D7}" type="parTrans" cxnId="{53B0FC97-6695-4785-86D2-018F3047AE99}">
      <dgm:prSet/>
      <dgm:spPr/>
      <dgm:t>
        <a:bodyPr/>
        <a:lstStyle/>
        <a:p>
          <a:endParaRPr lang="fr-CM"/>
        </a:p>
      </dgm:t>
    </dgm:pt>
    <dgm:pt modelId="{FF25CED7-A511-4914-AE85-72094CCB4AB1}" type="sibTrans" cxnId="{53B0FC97-6695-4785-86D2-018F3047AE99}">
      <dgm:prSet/>
      <dgm:spPr/>
      <dgm:t>
        <a:bodyPr/>
        <a:lstStyle/>
        <a:p>
          <a:endParaRPr lang="fr-CM"/>
        </a:p>
      </dgm:t>
    </dgm:pt>
    <dgm:pt modelId="{E87F996E-BC44-4A97-9670-B90CE84ED808}">
      <dgm:prSet/>
      <dgm:spPr/>
      <dgm:t>
        <a:bodyPr/>
        <a:lstStyle/>
        <a:p>
          <a:r>
            <a:rPr lang="fr-FR" b="1" dirty="0"/>
            <a:t>Gestion d'État (State Management)</a:t>
          </a:r>
          <a:endParaRPr lang="fr-FR" dirty="0"/>
        </a:p>
      </dgm:t>
    </dgm:pt>
    <dgm:pt modelId="{A7140F81-11E4-4624-9EDE-B2C2A6EABFEC}" type="parTrans" cxnId="{60E50E76-6A6A-4956-85DD-3FE92F89E8E2}">
      <dgm:prSet/>
      <dgm:spPr/>
      <dgm:t>
        <a:bodyPr/>
        <a:lstStyle/>
        <a:p>
          <a:endParaRPr lang="fr-CM"/>
        </a:p>
      </dgm:t>
    </dgm:pt>
    <dgm:pt modelId="{DA2FC43F-5075-4041-8130-06BA03E48E7A}" type="sibTrans" cxnId="{60E50E76-6A6A-4956-85DD-3FE92F89E8E2}">
      <dgm:prSet/>
      <dgm:spPr/>
      <dgm:t>
        <a:bodyPr/>
        <a:lstStyle/>
        <a:p>
          <a:endParaRPr lang="fr-CM"/>
        </a:p>
      </dgm:t>
    </dgm:pt>
    <dgm:pt modelId="{5003F6F9-756C-410D-800C-76A176DAAFA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Cela évite de recharger les données inutilement lors de la navigation entre les vues (ex: passer de la vue CPU à la vue Réseau).</a:t>
          </a:r>
        </a:p>
      </dgm:t>
    </dgm:pt>
    <dgm:pt modelId="{61D90D24-F06F-49AC-A5F0-18ED3E8B20DB}" type="parTrans" cxnId="{6E3CA108-C38F-446D-9E0F-59B75600CDD7}">
      <dgm:prSet/>
      <dgm:spPr/>
      <dgm:t>
        <a:bodyPr/>
        <a:lstStyle/>
        <a:p>
          <a:endParaRPr lang="fr-CM"/>
        </a:p>
      </dgm:t>
    </dgm:pt>
    <dgm:pt modelId="{CAA360A7-91E2-41B8-ADC2-027CA8EF3AE7}" type="sibTrans" cxnId="{6E3CA108-C38F-446D-9E0F-59B75600CDD7}">
      <dgm:prSet/>
      <dgm:spPr/>
      <dgm:t>
        <a:bodyPr/>
        <a:lstStyle/>
        <a:p>
          <a:endParaRPr lang="fr-CM"/>
        </a:p>
      </dgm:t>
    </dgm:pt>
    <dgm:pt modelId="{E9A94891-188F-4222-A938-A99684128AF8}">
      <dgm:prSet phldrT="[Texte]"/>
      <dgm:spPr/>
      <dgm:t>
        <a:bodyPr/>
        <a:lstStyle/>
        <a:p>
          <a:r>
            <a:rPr lang="fr-FR" dirty="0"/>
            <a:t> Utilisation de directives AngularJS pour créer des composants de graphes.</a:t>
          </a:r>
          <a:endParaRPr lang="fr-CM" dirty="0"/>
        </a:p>
      </dgm:t>
    </dgm:pt>
    <dgm:pt modelId="{508BFA60-899E-46BF-B18D-238A764A90B2}" type="parTrans" cxnId="{AB22E0B1-4C4D-4E55-83CD-89DF8A43F9D9}">
      <dgm:prSet/>
      <dgm:spPr/>
      <dgm:t>
        <a:bodyPr/>
        <a:lstStyle/>
        <a:p>
          <a:endParaRPr lang="fr-CM"/>
        </a:p>
      </dgm:t>
    </dgm:pt>
    <dgm:pt modelId="{CFB5CCFC-1DA6-4EAF-90B5-F8CEF8DF8AF5}" type="sibTrans" cxnId="{AB22E0B1-4C4D-4E55-83CD-89DF8A43F9D9}">
      <dgm:prSet/>
      <dgm:spPr/>
      <dgm:t>
        <a:bodyPr/>
        <a:lstStyle/>
        <a:p>
          <a:endParaRPr lang="fr-CM"/>
        </a:p>
      </dgm:t>
    </dgm:pt>
    <dgm:pt modelId="{99B22F40-ACAB-4DD2-A3E0-1F89E96F2A37}">
      <dgm:prSet/>
      <dgm:spPr/>
      <dgm:t>
        <a:bodyPr/>
        <a:lstStyle/>
        <a:p>
          <a:r>
            <a:rPr lang="fr-FR" dirty="0"/>
            <a:t> Mise en place d'un service centralisé pour maintenir l'état des métriques en temps réel.</a:t>
          </a:r>
        </a:p>
      </dgm:t>
    </dgm:pt>
    <dgm:pt modelId="{739FF8C7-ADBF-4E78-ADCE-A12279A444DE}" type="parTrans" cxnId="{5618DC69-7FBD-4F79-B1B5-2F9E1A897C49}">
      <dgm:prSet/>
      <dgm:spPr/>
      <dgm:t>
        <a:bodyPr/>
        <a:lstStyle/>
        <a:p>
          <a:endParaRPr lang="fr-CM"/>
        </a:p>
      </dgm:t>
    </dgm:pt>
    <dgm:pt modelId="{D38FF735-4207-43DD-BC1E-EFBFCB7E3922}" type="sibTrans" cxnId="{5618DC69-7FBD-4F79-B1B5-2F9E1A897C49}">
      <dgm:prSet/>
      <dgm:spPr/>
      <dgm:t>
        <a:bodyPr/>
        <a:lstStyle/>
        <a:p>
          <a:endParaRPr lang="fr-CM"/>
        </a:p>
      </dgm:t>
    </dgm:pt>
    <dgm:pt modelId="{581158FC-BECF-44D2-A6ED-8D6CDA632B85}" type="pres">
      <dgm:prSet presAssocID="{0FCBC1DB-D349-455F-B883-5AEC6FA942AE}" presName="linear" presStyleCnt="0">
        <dgm:presLayoutVars>
          <dgm:dir/>
          <dgm:animLvl val="lvl"/>
          <dgm:resizeHandles val="exact"/>
        </dgm:presLayoutVars>
      </dgm:prSet>
      <dgm:spPr/>
    </dgm:pt>
    <dgm:pt modelId="{31C642EF-0175-4217-B745-02FF4D82FD89}" type="pres">
      <dgm:prSet presAssocID="{F88BF1E1-8B7D-4DB8-84C3-A39BAEB65F21}" presName="parentLin" presStyleCnt="0"/>
      <dgm:spPr/>
    </dgm:pt>
    <dgm:pt modelId="{39ADE86C-C2EC-40CB-91FA-757E9BBF459A}" type="pres">
      <dgm:prSet presAssocID="{F88BF1E1-8B7D-4DB8-84C3-A39BAEB65F21}" presName="parentLeftMargin" presStyleLbl="node1" presStyleIdx="0" presStyleCnt="2"/>
      <dgm:spPr/>
    </dgm:pt>
    <dgm:pt modelId="{D91F1163-CD3F-4897-B4F0-169482A7DAA0}" type="pres">
      <dgm:prSet presAssocID="{F88BF1E1-8B7D-4DB8-84C3-A39BAEB65F2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D59221F-65C1-450E-B44A-275196815EE1}" type="pres">
      <dgm:prSet presAssocID="{F88BF1E1-8B7D-4DB8-84C3-A39BAEB65F21}" presName="negativeSpace" presStyleCnt="0"/>
      <dgm:spPr/>
    </dgm:pt>
    <dgm:pt modelId="{D1EC56AE-B56B-4050-9750-8EA7E8026F8E}" type="pres">
      <dgm:prSet presAssocID="{F88BF1E1-8B7D-4DB8-84C3-A39BAEB65F21}" presName="childText" presStyleLbl="conFgAcc1" presStyleIdx="0" presStyleCnt="2">
        <dgm:presLayoutVars>
          <dgm:bulletEnabled val="1"/>
        </dgm:presLayoutVars>
      </dgm:prSet>
      <dgm:spPr/>
    </dgm:pt>
    <dgm:pt modelId="{0BBA734E-2496-4AB8-B860-6B2CB9ADAA61}" type="pres">
      <dgm:prSet presAssocID="{FF25CED7-A511-4914-AE85-72094CCB4AB1}" presName="spaceBetweenRectangles" presStyleCnt="0"/>
      <dgm:spPr/>
    </dgm:pt>
    <dgm:pt modelId="{3D2B86CF-DF6C-4A94-AE5A-0FB6C65D4AE1}" type="pres">
      <dgm:prSet presAssocID="{E87F996E-BC44-4A97-9670-B90CE84ED808}" presName="parentLin" presStyleCnt="0"/>
      <dgm:spPr/>
    </dgm:pt>
    <dgm:pt modelId="{172F8C79-FDF3-4AB8-B2C3-15A97E41FBB7}" type="pres">
      <dgm:prSet presAssocID="{E87F996E-BC44-4A97-9670-B90CE84ED808}" presName="parentLeftMargin" presStyleLbl="node1" presStyleIdx="0" presStyleCnt="2"/>
      <dgm:spPr/>
    </dgm:pt>
    <dgm:pt modelId="{C267A0DE-31AE-45E0-906D-D6661BAC99DB}" type="pres">
      <dgm:prSet presAssocID="{E87F996E-BC44-4A97-9670-B90CE84ED80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2D78260-CB97-4C75-9D5B-2EA439451716}" type="pres">
      <dgm:prSet presAssocID="{E87F996E-BC44-4A97-9670-B90CE84ED808}" presName="negativeSpace" presStyleCnt="0"/>
      <dgm:spPr/>
    </dgm:pt>
    <dgm:pt modelId="{ADB1A13A-E9B2-43A9-A9EA-324FDB7CAA5D}" type="pres">
      <dgm:prSet presAssocID="{E87F996E-BC44-4A97-9670-B90CE84ED80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E3CA108-C38F-446D-9E0F-59B75600CDD7}" srcId="{99B22F40-ACAB-4DD2-A3E0-1F89E96F2A37}" destId="{5003F6F9-756C-410D-800C-76A176DAAFA4}" srcOrd="0" destOrd="0" parTransId="{61D90D24-F06F-49AC-A5F0-18ED3E8B20DB}" sibTransId="{CAA360A7-91E2-41B8-ADC2-027CA8EF3AE7}"/>
    <dgm:cxn modelId="{D4A6720F-FC1C-45F5-A2FD-8B54728ED006}" type="presOf" srcId="{E9A94891-188F-4222-A938-A99684128AF8}" destId="{D1EC56AE-B56B-4050-9750-8EA7E8026F8E}" srcOrd="0" destOrd="0" presId="urn:microsoft.com/office/officeart/2005/8/layout/list1"/>
    <dgm:cxn modelId="{A1FE3A10-1BEB-4324-9024-DE981444EB0C}" type="presOf" srcId="{E87F996E-BC44-4A97-9670-B90CE84ED808}" destId="{C267A0DE-31AE-45E0-906D-D6661BAC99DB}" srcOrd="1" destOrd="0" presId="urn:microsoft.com/office/officeart/2005/8/layout/list1"/>
    <dgm:cxn modelId="{F0274B11-1605-4F5C-BEC6-124EB152E29F}" type="presOf" srcId="{E87F996E-BC44-4A97-9670-B90CE84ED808}" destId="{172F8C79-FDF3-4AB8-B2C3-15A97E41FBB7}" srcOrd="0" destOrd="0" presId="urn:microsoft.com/office/officeart/2005/8/layout/list1"/>
    <dgm:cxn modelId="{8AFF652C-9F69-416C-BBCB-7E01C12F9227}" type="presOf" srcId="{0FCBC1DB-D349-455F-B883-5AEC6FA942AE}" destId="{581158FC-BECF-44D2-A6ED-8D6CDA632B85}" srcOrd="0" destOrd="0" presId="urn:microsoft.com/office/officeart/2005/8/layout/list1"/>
    <dgm:cxn modelId="{5618DC69-7FBD-4F79-B1B5-2F9E1A897C49}" srcId="{E87F996E-BC44-4A97-9670-B90CE84ED808}" destId="{99B22F40-ACAB-4DD2-A3E0-1F89E96F2A37}" srcOrd="0" destOrd="0" parTransId="{739FF8C7-ADBF-4E78-ADCE-A12279A444DE}" sibTransId="{D38FF735-4207-43DD-BC1E-EFBFCB7E3922}"/>
    <dgm:cxn modelId="{44053E6C-6FAD-4ED2-9380-FBBFD4248AE7}" type="presOf" srcId="{5003F6F9-756C-410D-800C-76A176DAAFA4}" destId="{ADB1A13A-E9B2-43A9-A9EA-324FDB7CAA5D}" srcOrd="0" destOrd="1" presId="urn:microsoft.com/office/officeart/2005/8/layout/list1"/>
    <dgm:cxn modelId="{60E50E76-6A6A-4956-85DD-3FE92F89E8E2}" srcId="{0FCBC1DB-D349-455F-B883-5AEC6FA942AE}" destId="{E87F996E-BC44-4A97-9670-B90CE84ED808}" srcOrd="1" destOrd="0" parTransId="{A7140F81-11E4-4624-9EDE-B2C2A6EABFEC}" sibTransId="{DA2FC43F-5075-4041-8130-06BA03E48E7A}"/>
    <dgm:cxn modelId="{B4CB5384-5BB5-4EFC-A9B4-9A165BF4B042}" type="presOf" srcId="{99B22F40-ACAB-4DD2-A3E0-1F89E96F2A37}" destId="{ADB1A13A-E9B2-43A9-A9EA-324FDB7CAA5D}" srcOrd="0" destOrd="0" presId="urn:microsoft.com/office/officeart/2005/8/layout/list1"/>
    <dgm:cxn modelId="{A04E0B88-5F4B-41FC-AB41-565E2CCA3DC5}" type="presOf" srcId="{F88BF1E1-8B7D-4DB8-84C3-A39BAEB65F21}" destId="{39ADE86C-C2EC-40CB-91FA-757E9BBF459A}" srcOrd="0" destOrd="0" presId="urn:microsoft.com/office/officeart/2005/8/layout/list1"/>
    <dgm:cxn modelId="{53B0FC97-6695-4785-86D2-018F3047AE99}" srcId="{0FCBC1DB-D349-455F-B883-5AEC6FA942AE}" destId="{F88BF1E1-8B7D-4DB8-84C3-A39BAEB65F21}" srcOrd="0" destOrd="0" parTransId="{60F5A8B2-DE93-466E-9F7C-9624DED8F9D7}" sibTransId="{FF25CED7-A511-4914-AE85-72094CCB4AB1}"/>
    <dgm:cxn modelId="{F461CC99-FD6C-4898-A457-616BB6AF08FD}" type="presOf" srcId="{F88BF1E1-8B7D-4DB8-84C3-A39BAEB65F21}" destId="{D91F1163-CD3F-4897-B4F0-169482A7DAA0}" srcOrd="1" destOrd="0" presId="urn:microsoft.com/office/officeart/2005/8/layout/list1"/>
    <dgm:cxn modelId="{AB22E0B1-4C4D-4E55-83CD-89DF8A43F9D9}" srcId="{F88BF1E1-8B7D-4DB8-84C3-A39BAEB65F21}" destId="{E9A94891-188F-4222-A938-A99684128AF8}" srcOrd="0" destOrd="0" parTransId="{508BFA60-899E-46BF-B18D-238A764A90B2}" sibTransId="{CFB5CCFC-1DA6-4EAF-90B5-F8CEF8DF8AF5}"/>
    <dgm:cxn modelId="{C9EDCA36-62CC-4333-88C0-DE0E5BB86D3B}" type="presParOf" srcId="{581158FC-BECF-44D2-A6ED-8D6CDA632B85}" destId="{31C642EF-0175-4217-B745-02FF4D82FD89}" srcOrd="0" destOrd="0" presId="urn:microsoft.com/office/officeart/2005/8/layout/list1"/>
    <dgm:cxn modelId="{7826A3B2-9821-4F05-BC00-463680A2E74F}" type="presParOf" srcId="{31C642EF-0175-4217-B745-02FF4D82FD89}" destId="{39ADE86C-C2EC-40CB-91FA-757E9BBF459A}" srcOrd="0" destOrd="0" presId="urn:microsoft.com/office/officeart/2005/8/layout/list1"/>
    <dgm:cxn modelId="{5530672E-B4D4-4C3A-802A-4DC94F8E9549}" type="presParOf" srcId="{31C642EF-0175-4217-B745-02FF4D82FD89}" destId="{D91F1163-CD3F-4897-B4F0-169482A7DAA0}" srcOrd="1" destOrd="0" presId="urn:microsoft.com/office/officeart/2005/8/layout/list1"/>
    <dgm:cxn modelId="{F77CAD09-D138-4F5C-B84F-C1E193E09728}" type="presParOf" srcId="{581158FC-BECF-44D2-A6ED-8D6CDA632B85}" destId="{4D59221F-65C1-450E-B44A-275196815EE1}" srcOrd="1" destOrd="0" presId="urn:microsoft.com/office/officeart/2005/8/layout/list1"/>
    <dgm:cxn modelId="{EA718440-4942-4779-A02C-6EB8811FECE5}" type="presParOf" srcId="{581158FC-BECF-44D2-A6ED-8D6CDA632B85}" destId="{D1EC56AE-B56B-4050-9750-8EA7E8026F8E}" srcOrd="2" destOrd="0" presId="urn:microsoft.com/office/officeart/2005/8/layout/list1"/>
    <dgm:cxn modelId="{27B5D158-0140-4F22-BDEA-4A03A375E193}" type="presParOf" srcId="{581158FC-BECF-44D2-A6ED-8D6CDA632B85}" destId="{0BBA734E-2496-4AB8-B860-6B2CB9ADAA61}" srcOrd="3" destOrd="0" presId="urn:microsoft.com/office/officeart/2005/8/layout/list1"/>
    <dgm:cxn modelId="{393D5039-4EE0-446F-8C91-5A1172A07379}" type="presParOf" srcId="{581158FC-BECF-44D2-A6ED-8D6CDA632B85}" destId="{3D2B86CF-DF6C-4A94-AE5A-0FB6C65D4AE1}" srcOrd="4" destOrd="0" presId="urn:microsoft.com/office/officeart/2005/8/layout/list1"/>
    <dgm:cxn modelId="{65F65E92-3AAE-4126-AA67-F8F024550B80}" type="presParOf" srcId="{3D2B86CF-DF6C-4A94-AE5A-0FB6C65D4AE1}" destId="{172F8C79-FDF3-4AB8-B2C3-15A97E41FBB7}" srcOrd="0" destOrd="0" presId="urn:microsoft.com/office/officeart/2005/8/layout/list1"/>
    <dgm:cxn modelId="{2BC3FD84-534B-47E8-AAEE-ECDE7F5E056D}" type="presParOf" srcId="{3D2B86CF-DF6C-4A94-AE5A-0FB6C65D4AE1}" destId="{C267A0DE-31AE-45E0-906D-D6661BAC99DB}" srcOrd="1" destOrd="0" presId="urn:microsoft.com/office/officeart/2005/8/layout/list1"/>
    <dgm:cxn modelId="{B33BB589-9F85-44E8-AE63-A3F5DBC4A655}" type="presParOf" srcId="{581158FC-BECF-44D2-A6ED-8D6CDA632B85}" destId="{02D78260-CB97-4C75-9D5B-2EA439451716}" srcOrd="5" destOrd="0" presId="urn:microsoft.com/office/officeart/2005/8/layout/list1"/>
    <dgm:cxn modelId="{0D88DF15-0B94-42CF-A859-1D9EC44BCF6D}" type="presParOf" srcId="{581158FC-BECF-44D2-A6ED-8D6CDA632B85}" destId="{ADB1A13A-E9B2-43A9-A9EA-324FDB7CAA5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12A839-35A0-4DDF-AEF2-CA2F2DD6BD87}">
      <dsp:nvSpPr>
        <dsp:cNvPr id="0" name=""/>
        <dsp:cNvSpPr/>
      </dsp:nvSpPr>
      <dsp:spPr>
        <a:xfrm>
          <a:off x="448039" y="1457"/>
          <a:ext cx="2432319" cy="14593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800" kern="1200" dirty="0"/>
            <a:t>Introduction</a:t>
          </a:r>
        </a:p>
      </dsp:txBody>
      <dsp:txXfrm>
        <a:off x="490783" y="44201"/>
        <a:ext cx="2346831" cy="1373903"/>
      </dsp:txXfrm>
    </dsp:sp>
    <dsp:sp modelId="{26DB8B94-6157-416B-8339-BA81A5D420EE}">
      <dsp:nvSpPr>
        <dsp:cNvPr id="0" name=""/>
        <dsp:cNvSpPr/>
      </dsp:nvSpPr>
      <dsp:spPr>
        <a:xfrm>
          <a:off x="3094403" y="429546"/>
          <a:ext cx="515651" cy="6032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M" sz="2900" kern="1200"/>
        </a:p>
      </dsp:txBody>
      <dsp:txXfrm>
        <a:off x="3094403" y="550189"/>
        <a:ext cx="360956" cy="361929"/>
      </dsp:txXfrm>
    </dsp:sp>
    <dsp:sp modelId="{8427B0A2-E7F9-473C-A3C8-1E93B7345FCD}">
      <dsp:nvSpPr>
        <dsp:cNvPr id="0" name=""/>
        <dsp:cNvSpPr/>
      </dsp:nvSpPr>
      <dsp:spPr>
        <a:xfrm>
          <a:off x="3853287" y="1457"/>
          <a:ext cx="2892538" cy="14593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800" kern="1200" dirty="0"/>
            <a:t>Objectifs du projet</a:t>
          </a:r>
        </a:p>
      </dsp:txBody>
      <dsp:txXfrm>
        <a:off x="3896031" y="44201"/>
        <a:ext cx="2807050" cy="1373903"/>
      </dsp:txXfrm>
    </dsp:sp>
    <dsp:sp modelId="{6DDD0369-1C4C-4C35-9CD2-17CE723817D5}">
      <dsp:nvSpPr>
        <dsp:cNvPr id="0" name=""/>
        <dsp:cNvSpPr/>
      </dsp:nvSpPr>
      <dsp:spPr>
        <a:xfrm>
          <a:off x="6959870" y="429546"/>
          <a:ext cx="515651" cy="6032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M" sz="2900" kern="1200"/>
        </a:p>
      </dsp:txBody>
      <dsp:txXfrm>
        <a:off x="6959870" y="550189"/>
        <a:ext cx="360956" cy="361929"/>
      </dsp:txXfrm>
    </dsp:sp>
    <dsp:sp modelId="{0CE6B18D-D97F-469E-8A25-AB75756C1462}">
      <dsp:nvSpPr>
        <dsp:cNvPr id="0" name=""/>
        <dsp:cNvSpPr/>
      </dsp:nvSpPr>
      <dsp:spPr>
        <a:xfrm>
          <a:off x="7718754" y="1457"/>
          <a:ext cx="2432319" cy="14593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Besoins fonctionnels</a:t>
          </a:r>
        </a:p>
      </dsp:txBody>
      <dsp:txXfrm>
        <a:off x="7761498" y="44201"/>
        <a:ext cx="2346831" cy="1373903"/>
      </dsp:txXfrm>
    </dsp:sp>
    <dsp:sp modelId="{84265C8C-FE9A-41DA-A9CC-2804226E0E0B}">
      <dsp:nvSpPr>
        <dsp:cNvPr id="0" name=""/>
        <dsp:cNvSpPr/>
      </dsp:nvSpPr>
      <dsp:spPr>
        <a:xfrm rot="5400000">
          <a:off x="8677087" y="1631111"/>
          <a:ext cx="515651" cy="6032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M" sz="2900" kern="1200"/>
        </a:p>
      </dsp:txBody>
      <dsp:txXfrm rot="-5400000">
        <a:off x="8753949" y="1674893"/>
        <a:ext cx="361929" cy="360956"/>
      </dsp:txXfrm>
    </dsp:sp>
    <dsp:sp modelId="{1878E6A2-730B-432D-8D64-B9C33E6CA09C}">
      <dsp:nvSpPr>
        <dsp:cNvPr id="0" name=""/>
        <dsp:cNvSpPr/>
      </dsp:nvSpPr>
      <dsp:spPr>
        <a:xfrm>
          <a:off x="7718754" y="2433777"/>
          <a:ext cx="2432319" cy="14593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Services déployés</a:t>
          </a:r>
        </a:p>
      </dsp:txBody>
      <dsp:txXfrm>
        <a:off x="7761498" y="2476521"/>
        <a:ext cx="2346831" cy="1373903"/>
      </dsp:txXfrm>
    </dsp:sp>
    <dsp:sp modelId="{90FAD519-ADB6-4382-9053-ED6BC025ADE9}">
      <dsp:nvSpPr>
        <dsp:cNvPr id="0" name=""/>
        <dsp:cNvSpPr/>
      </dsp:nvSpPr>
      <dsp:spPr>
        <a:xfrm rot="10800000">
          <a:off x="6989058" y="2861865"/>
          <a:ext cx="515651" cy="6032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M" sz="2900" kern="1200"/>
        </a:p>
      </dsp:txBody>
      <dsp:txXfrm rot="10800000">
        <a:off x="7143753" y="2982508"/>
        <a:ext cx="360956" cy="361929"/>
      </dsp:txXfrm>
    </dsp:sp>
    <dsp:sp modelId="{6BB50A06-BA1E-4120-AF2B-B1103ED2CA45}">
      <dsp:nvSpPr>
        <dsp:cNvPr id="0" name=""/>
        <dsp:cNvSpPr/>
      </dsp:nvSpPr>
      <dsp:spPr>
        <a:xfrm>
          <a:off x="4060204" y="2433777"/>
          <a:ext cx="2685621" cy="14593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800" kern="1200" dirty="0"/>
            <a:t>Stack de Développement</a:t>
          </a:r>
          <a:endParaRPr lang="fr-CM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02948" y="2476521"/>
        <a:ext cx="2600133" cy="1373903"/>
      </dsp:txXfrm>
    </dsp:sp>
    <dsp:sp modelId="{0E342CEE-59D8-44A6-B48B-9FB8EE1A6AE9}">
      <dsp:nvSpPr>
        <dsp:cNvPr id="0" name=""/>
        <dsp:cNvSpPr/>
      </dsp:nvSpPr>
      <dsp:spPr>
        <a:xfrm rot="10800000">
          <a:off x="3330508" y="2861865"/>
          <a:ext cx="515651" cy="6032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M" sz="2900" kern="1200"/>
        </a:p>
      </dsp:txBody>
      <dsp:txXfrm rot="10800000">
        <a:off x="3485203" y="2982508"/>
        <a:ext cx="360956" cy="361929"/>
      </dsp:txXfrm>
    </dsp:sp>
    <dsp:sp modelId="{CDB92376-0AF7-453F-BE0B-197A8E2B5546}">
      <dsp:nvSpPr>
        <dsp:cNvPr id="0" name=""/>
        <dsp:cNvSpPr/>
      </dsp:nvSpPr>
      <dsp:spPr>
        <a:xfrm>
          <a:off x="425127" y="2433777"/>
          <a:ext cx="2662149" cy="14593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Démo et Conclusion</a:t>
          </a:r>
        </a:p>
      </dsp:txBody>
      <dsp:txXfrm>
        <a:off x="467871" y="2476521"/>
        <a:ext cx="2576661" cy="13739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8A080-17B3-4CC4-A46E-EAC9813A7907}">
      <dsp:nvSpPr>
        <dsp:cNvPr id="0" name=""/>
        <dsp:cNvSpPr/>
      </dsp:nvSpPr>
      <dsp:spPr>
        <a:xfrm>
          <a:off x="-5046804" y="-773195"/>
          <a:ext cx="6010316" cy="6010316"/>
        </a:xfrm>
        <a:prstGeom prst="blockArc">
          <a:avLst>
            <a:gd name="adj1" fmla="val 18900000"/>
            <a:gd name="adj2" fmla="val 2700000"/>
            <a:gd name="adj3" fmla="val 359"/>
          </a:avLst>
        </a:prstGeom>
        <a:noFill/>
        <a:ln w="15875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DBE3B6-4CC7-42DF-B5A7-FAC7FE561486}">
      <dsp:nvSpPr>
        <dsp:cNvPr id="0" name=""/>
        <dsp:cNvSpPr/>
      </dsp:nvSpPr>
      <dsp:spPr>
        <a:xfrm>
          <a:off x="359445" y="235070"/>
          <a:ext cx="10145980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Afficher la liste des projets</a:t>
          </a:r>
        </a:p>
      </dsp:txBody>
      <dsp:txXfrm>
        <a:off x="359445" y="235070"/>
        <a:ext cx="10145980" cy="469962"/>
      </dsp:txXfrm>
    </dsp:sp>
    <dsp:sp modelId="{6CE0CFB2-603E-40B7-A0DC-8ED90D955A4E}">
      <dsp:nvSpPr>
        <dsp:cNvPr id="0" name=""/>
        <dsp:cNvSpPr/>
      </dsp:nvSpPr>
      <dsp:spPr>
        <a:xfrm>
          <a:off x="65718" y="176325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0B4CE4F-D03E-4646-A15A-796FD4B61B99}">
      <dsp:nvSpPr>
        <dsp:cNvPr id="0" name=""/>
        <dsp:cNvSpPr/>
      </dsp:nvSpPr>
      <dsp:spPr>
        <a:xfrm>
          <a:off x="746021" y="939924"/>
          <a:ext cx="9759404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76605"/>
                <a:satOff val="-4406"/>
                <a:lumOff val="15417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176605"/>
                <a:satOff val="-4406"/>
                <a:lumOff val="15417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176605"/>
              <a:satOff val="-4406"/>
              <a:lumOff val="15417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Afficher les détails d’un projet</a:t>
          </a:r>
        </a:p>
      </dsp:txBody>
      <dsp:txXfrm>
        <a:off x="746021" y="939924"/>
        <a:ext cx="9759404" cy="469962"/>
      </dsp:txXfrm>
    </dsp:sp>
    <dsp:sp modelId="{1F4AC58C-C3D0-412D-8945-788C66E727E2}">
      <dsp:nvSpPr>
        <dsp:cNvPr id="0" name=""/>
        <dsp:cNvSpPr/>
      </dsp:nvSpPr>
      <dsp:spPr>
        <a:xfrm>
          <a:off x="452294" y="881178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176605"/>
              <a:satOff val="-4406"/>
              <a:lumOff val="15417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21AA584-C3D3-4047-9DAD-09F73459EE0B}">
      <dsp:nvSpPr>
        <dsp:cNvPr id="0" name=""/>
        <dsp:cNvSpPr/>
      </dsp:nvSpPr>
      <dsp:spPr>
        <a:xfrm>
          <a:off x="922792" y="1644778"/>
          <a:ext cx="9582633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353209"/>
                <a:satOff val="-8812"/>
                <a:lumOff val="3083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353209"/>
                <a:satOff val="-8812"/>
                <a:lumOff val="3083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353209"/>
              <a:satOff val="-8812"/>
              <a:lumOff val="30835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Afficher les détails d’une ressource</a:t>
          </a:r>
        </a:p>
      </dsp:txBody>
      <dsp:txXfrm>
        <a:off x="922792" y="1644778"/>
        <a:ext cx="9582633" cy="469962"/>
      </dsp:txXfrm>
    </dsp:sp>
    <dsp:sp modelId="{5A606032-4BC8-49C7-8FDA-458F531A392C}">
      <dsp:nvSpPr>
        <dsp:cNvPr id="0" name=""/>
        <dsp:cNvSpPr/>
      </dsp:nvSpPr>
      <dsp:spPr>
        <a:xfrm>
          <a:off x="629066" y="1586032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353209"/>
              <a:satOff val="-8812"/>
              <a:lumOff val="30835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636A70E-A9BC-4792-9C31-7800E0DB5251}">
      <dsp:nvSpPr>
        <dsp:cNvPr id="0" name=""/>
        <dsp:cNvSpPr/>
      </dsp:nvSpPr>
      <dsp:spPr>
        <a:xfrm>
          <a:off x="922792" y="2349185"/>
          <a:ext cx="9582633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529814"/>
                <a:satOff val="-13218"/>
                <a:lumOff val="46252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529814"/>
                <a:satOff val="-13218"/>
                <a:lumOff val="46252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529814"/>
              <a:satOff val="-13218"/>
              <a:lumOff val="46252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Afficher les métriques d’une ressource</a:t>
          </a:r>
        </a:p>
      </dsp:txBody>
      <dsp:txXfrm>
        <a:off x="922792" y="2349185"/>
        <a:ext cx="9582633" cy="469962"/>
      </dsp:txXfrm>
    </dsp:sp>
    <dsp:sp modelId="{B9558E11-0554-4D49-9CDA-3485BBFC6196}">
      <dsp:nvSpPr>
        <dsp:cNvPr id="0" name=""/>
        <dsp:cNvSpPr/>
      </dsp:nvSpPr>
      <dsp:spPr>
        <a:xfrm>
          <a:off x="629066" y="2290440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529814"/>
              <a:satOff val="-13218"/>
              <a:lumOff val="46252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7FB963-5209-45F5-A470-D5C5E67A7CEE}">
      <dsp:nvSpPr>
        <dsp:cNvPr id="0" name=""/>
        <dsp:cNvSpPr/>
      </dsp:nvSpPr>
      <dsp:spPr>
        <a:xfrm>
          <a:off x="746021" y="3054039"/>
          <a:ext cx="9759404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353209"/>
                <a:satOff val="-8812"/>
                <a:lumOff val="3083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353209"/>
                <a:satOff val="-8812"/>
                <a:lumOff val="3083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353209"/>
              <a:satOff val="-8812"/>
              <a:lumOff val="30835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Créer une alarme </a:t>
          </a:r>
        </a:p>
      </dsp:txBody>
      <dsp:txXfrm>
        <a:off x="746021" y="3054039"/>
        <a:ext cx="9759404" cy="469962"/>
      </dsp:txXfrm>
    </dsp:sp>
    <dsp:sp modelId="{955114A8-6335-40F4-8F23-280A40F264D6}">
      <dsp:nvSpPr>
        <dsp:cNvPr id="0" name=""/>
        <dsp:cNvSpPr/>
      </dsp:nvSpPr>
      <dsp:spPr>
        <a:xfrm>
          <a:off x="452294" y="2995294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353209"/>
              <a:satOff val="-8812"/>
              <a:lumOff val="30835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445B84-52CE-4958-9123-BFD611A329E8}">
      <dsp:nvSpPr>
        <dsp:cNvPr id="0" name=""/>
        <dsp:cNvSpPr/>
      </dsp:nvSpPr>
      <dsp:spPr>
        <a:xfrm>
          <a:off x="359445" y="3758893"/>
          <a:ext cx="10145980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76605"/>
                <a:satOff val="-4406"/>
                <a:lumOff val="15417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176605"/>
                <a:satOff val="-4406"/>
                <a:lumOff val="15417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176605"/>
              <a:satOff val="-4406"/>
              <a:lumOff val="15417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Afficher la liste des alarmes</a:t>
          </a:r>
        </a:p>
      </dsp:txBody>
      <dsp:txXfrm>
        <a:off x="359445" y="3758893"/>
        <a:ext cx="10145980" cy="469962"/>
      </dsp:txXfrm>
    </dsp:sp>
    <dsp:sp modelId="{6C2D4023-6CC3-4D70-ACC6-B30B8C19BA04}">
      <dsp:nvSpPr>
        <dsp:cNvPr id="0" name=""/>
        <dsp:cNvSpPr/>
      </dsp:nvSpPr>
      <dsp:spPr>
        <a:xfrm>
          <a:off x="65718" y="3700148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176605"/>
              <a:satOff val="-4406"/>
              <a:lumOff val="15417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8A080-17B3-4CC4-A46E-EAC9813A7907}">
      <dsp:nvSpPr>
        <dsp:cNvPr id="0" name=""/>
        <dsp:cNvSpPr/>
      </dsp:nvSpPr>
      <dsp:spPr>
        <a:xfrm>
          <a:off x="-5046804" y="-773195"/>
          <a:ext cx="6010316" cy="6010316"/>
        </a:xfrm>
        <a:prstGeom prst="blockArc">
          <a:avLst>
            <a:gd name="adj1" fmla="val 18900000"/>
            <a:gd name="adj2" fmla="val 2700000"/>
            <a:gd name="adj3" fmla="val 359"/>
          </a:avLst>
        </a:prstGeom>
        <a:noFill/>
        <a:ln w="15875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DBE3B6-4CC7-42DF-B5A7-FAC7FE561486}">
      <dsp:nvSpPr>
        <dsp:cNvPr id="0" name=""/>
        <dsp:cNvSpPr/>
      </dsp:nvSpPr>
      <dsp:spPr>
        <a:xfrm>
          <a:off x="359445" y="235070"/>
          <a:ext cx="10145980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Envoyer une notification en cas de dépassement de seuil</a:t>
          </a:r>
        </a:p>
      </dsp:txBody>
      <dsp:txXfrm>
        <a:off x="359445" y="235070"/>
        <a:ext cx="10145980" cy="469962"/>
      </dsp:txXfrm>
    </dsp:sp>
    <dsp:sp modelId="{6CE0CFB2-603E-40B7-A0DC-8ED90D955A4E}">
      <dsp:nvSpPr>
        <dsp:cNvPr id="0" name=""/>
        <dsp:cNvSpPr/>
      </dsp:nvSpPr>
      <dsp:spPr>
        <a:xfrm>
          <a:off x="65718" y="176325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0B4CE4F-D03E-4646-A15A-796FD4B61B99}">
      <dsp:nvSpPr>
        <dsp:cNvPr id="0" name=""/>
        <dsp:cNvSpPr/>
      </dsp:nvSpPr>
      <dsp:spPr>
        <a:xfrm>
          <a:off x="728063" y="939924"/>
          <a:ext cx="9759404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76605"/>
                <a:satOff val="-4406"/>
                <a:lumOff val="15417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176605"/>
                <a:satOff val="-4406"/>
                <a:lumOff val="15417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176605"/>
              <a:satOff val="-4406"/>
              <a:lumOff val="15417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Créer un plan tarifaire</a:t>
          </a:r>
        </a:p>
      </dsp:txBody>
      <dsp:txXfrm>
        <a:off x="728063" y="939924"/>
        <a:ext cx="9759404" cy="469962"/>
      </dsp:txXfrm>
    </dsp:sp>
    <dsp:sp modelId="{1F4AC58C-C3D0-412D-8945-788C66E727E2}">
      <dsp:nvSpPr>
        <dsp:cNvPr id="0" name=""/>
        <dsp:cNvSpPr/>
      </dsp:nvSpPr>
      <dsp:spPr>
        <a:xfrm>
          <a:off x="452294" y="881178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176605"/>
              <a:satOff val="-4406"/>
              <a:lumOff val="15417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21AA584-C3D3-4047-9DAD-09F73459EE0B}">
      <dsp:nvSpPr>
        <dsp:cNvPr id="0" name=""/>
        <dsp:cNvSpPr/>
      </dsp:nvSpPr>
      <dsp:spPr>
        <a:xfrm>
          <a:off x="922792" y="1644778"/>
          <a:ext cx="9582633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353209"/>
                <a:satOff val="-8812"/>
                <a:lumOff val="3083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353209"/>
                <a:satOff val="-8812"/>
                <a:lumOff val="3083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353209"/>
              <a:satOff val="-8812"/>
              <a:lumOff val="30835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Ajouter des prix</a:t>
          </a:r>
        </a:p>
      </dsp:txBody>
      <dsp:txXfrm>
        <a:off x="922792" y="1644778"/>
        <a:ext cx="9582633" cy="469962"/>
      </dsp:txXfrm>
    </dsp:sp>
    <dsp:sp modelId="{5A606032-4BC8-49C7-8FDA-458F531A392C}">
      <dsp:nvSpPr>
        <dsp:cNvPr id="0" name=""/>
        <dsp:cNvSpPr/>
      </dsp:nvSpPr>
      <dsp:spPr>
        <a:xfrm>
          <a:off x="629066" y="1586032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353209"/>
              <a:satOff val="-8812"/>
              <a:lumOff val="30835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636A70E-A9BC-4792-9C31-7800E0DB5251}">
      <dsp:nvSpPr>
        <dsp:cNvPr id="0" name=""/>
        <dsp:cNvSpPr/>
      </dsp:nvSpPr>
      <dsp:spPr>
        <a:xfrm>
          <a:off x="922792" y="2349185"/>
          <a:ext cx="9582633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529814"/>
                <a:satOff val="-13218"/>
                <a:lumOff val="46252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529814"/>
                <a:satOff val="-13218"/>
                <a:lumOff val="46252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529814"/>
              <a:satOff val="-13218"/>
              <a:lumOff val="46252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Activer/désactiver un plan tarifaire</a:t>
          </a:r>
        </a:p>
      </dsp:txBody>
      <dsp:txXfrm>
        <a:off x="922792" y="2349185"/>
        <a:ext cx="9582633" cy="469962"/>
      </dsp:txXfrm>
    </dsp:sp>
    <dsp:sp modelId="{B9558E11-0554-4D49-9CDA-3485BBFC6196}">
      <dsp:nvSpPr>
        <dsp:cNvPr id="0" name=""/>
        <dsp:cNvSpPr/>
      </dsp:nvSpPr>
      <dsp:spPr>
        <a:xfrm>
          <a:off x="629066" y="2290440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529814"/>
              <a:satOff val="-13218"/>
              <a:lumOff val="46252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7FB963-5209-45F5-A470-D5C5E67A7CEE}">
      <dsp:nvSpPr>
        <dsp:cNvPr id="0" name=""/>
        <dsp:cNvSpPr/>
      </dsp:nvSpPr>
      <dsp:spPr>
        <a:xfrm>
          <a:off x="746021" y="3054039"/>
          <a:ext cx="9759404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353209"/>
                <a:satOff val="-8812"/>
                <a:lumOff val="3083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353209"/>
                <a:satOff val="-8812"/>
                <a:lumOff val="3083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353209"/>
              <a:satOff val="-8812"/>
              <a:lumOff val="30835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Générer des factures </a:t>
          </a:r>
        </a:p>
      </dsp:txBody>
      <dsp:txXfrm>
        <a:off x="746021" y="3054039"/>
        <a:ext cx="9759404" cy="469962"/>
      </dsp:txXfrm>
    </dsp:sp>
    <dsp:sp modelId="{955114A8-6335-40F4-8F23-280A40F264D6}">
      <dsp:nvSpPr>
        <dsp:cNvPr id="0" name=""/>
        <dsp:cNvSpPr/>
      </dsp:nvSpPr>
      <dsp:spPr>
        <a:xfrm>
          <a:off x="452294" y="2995294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353209"/>
              <a:satOff val="-8812"/>
              <a:lumOff val="30835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445B84-52CE-4958-9123-BFD611A329E8}">
      <dsp:nvSpPr>
        <dsp:cNvPr id="0" name=""/>
        <dsp:cNvSpPr/>
      </dsp:nvSpPr>
      <dsp:spPr>
        <a:xfrm>
          <a:off x="359445" y="3758893"/>
          <a:ext cx="10145980" cy="469962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76605"/>
                <a:satOff val="-4406"/>
                <a:lumOff val="15417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1">
                <a:shade val="50000"/>
                <a:hueOff val="176605"/>
                <a:satOff val="-4406"/>
                <a:lumOff val="15417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1">
              <a:shade val="50000"/>
              <a:hueOff val="176605"/>
              <a:satOff val="-4406"/>
              <a:lumOff val="15417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303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600" kern="1200" dirty="0"/>
            <a:t>Afficher les événements sur les ressources</a:t>
          </a:r>
        </a:p>
      </dsp:txBody>
      <dsp:txXfrm>
        <a:off x="359445" y="3758893"/>
        <a:ext cx="10145980" cy="469962"/>
      </dsp:txXfrm>
    </dsp:sp>
    <dsp:sp modelId="{6C2D4023-6CC3-4D70-ACC6-B30B8C19BA04}">
      <dsp:nvSpPr>
        <dsp:cNvPr id="0" name=""/>
        <dsp:cNvSpPr/>
      </dsp:nvSpPr>
      <dsp:spPr>
        <a:xfrm>
          <a:off x="65718" y="3700148"/>
          <a:ext cx="587452" cy="5874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shade val="50000"/>
              <a:hueOff val="176605"/>
              <a:satOff val="-4406"/>
              <a:lumOff val="15417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74385-2288-4B23-A162-1B66A806514C}">
      <dsp:nvSpPr>
        <dsp:cNvPr id="0" name=""/>
        <dsp:cNvSpPr/>
      </dsp:nvSpPr>
      <dsp:spPr>
        <a:xfrm>
          <a:off x="0" y="290491"/>
          <a:ext cx="10794436" cy="614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768" tIns="312420" rIns="83776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Gestion de l'authentification et des jetons (</a:t>
          </a:r>
          <a:r>
            <a:rPr lang="fr-FR" sz="1500" kern="1200" dirty="0" err="1"/>
            <a:t>Tokens</a:t>
          </a:r>
          <a:r>
            <a:rPr lang="fr-FR" sz="1500" kern="1200" dirty="0"/>
            <a:t>) pour accéder aux API.</a:t>
          </a:r>
          <a:endParaRPr lang="fr-CM" sz="1500" kern="1200" dirty="0"/>
        </a:p>
      </dsp:txBody>
      <dsp:txXfrm>
        <a:off x="0" y="290491"/>
        <a:ext cx="10794436" cy="614250"/>
      </dsp:txXfrm>
    </dsp:sp>
    <dsp:sp modelId="{E4630720-086F-49DC-B716-2D59A087D718}">
      <dsp:nvSpPr>
        <dsp:cNvPr id="0" name=""/>
        <dsp:cNvSpPr/>
      </dsp:nvSpPr>
      <dsp:spPr>
        <a:xfrm>
          <a:off x="539721" y="69091"/>
          <a:ext cx="755610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603" tIns="0" rIns="28560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 dirty="0"/>
            <a:t>Keystone</a:t>
          </a:r>
          <a:endParaRPr lang="fr-CM" sz="1500" kern="1200" dirty="0"/>
        </a:p>
      </dsp:txBody>
      <dsp:txXfrm>
        <a:off x="561337" y="90707"/>
        <a:ext cx="7512873" cy="399568"/>
      </dsp:txXfrm>
    </dsp:sp>
    <dsp:sp modelId="{E893A2AF-D62D-4DF0-94D4-CB88AD8EB2F6}">
      <dsp:nvSpPr>
        <dsp:cNvPr id="0" name=""/>
        <dsp:cNvSpPr/>
      </dsp:nvSpPr>
      <dsp:spPr>
        <a:xfrm>
          <a:off x="0" y="1207141"/>
          <a:ext cx="10794436" cy="614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768" tIns="312420" rIns="83776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/>
            <a:t>Fournit </a:t>
          </a:r>
          <a:r>
            <a:rPr lang="fr-FR" sz="1500" kern="1200" dirty="0"/>
            <a:t>les métriques liées au calcul (CPU, RAM des instances).</a:t>
          </a:r>
        </a:p>
      </dsp:txBody>
      <dsp:txXfrm>
        <a:off x="0" y="1207141"/>
        <a:ext cx="10794436" cy="614250"/>
      </dsp:txXfrm>
    </dsp:sp>
    <dsp:sp modelId="{87BCB1B0-C78E-4904-B8F4-FCCBFB4AFD0F}">
      <dsp:nvSpPr>
        <dsp:cNvPr id="0" name=""/>
        <dsp:cNvSpPr/>
      </dsp:nvSpPr>
      <dsp:spPr>
        <a:xfrm>
          <a:off x="539721" y="985741"/>
          <a:ext cx="755610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603" tIns="0" rIns="28560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 dirty="0"/>
            <a:t>Nova</a:t>
          </a:r>
          <a:endParaRPr lang="fr-FR" sz="1500" kern="1200" dirty="0"/>
        </a:p>
      </dsp:txBody>
      <dsp:txXfrm>
        <a:off x="561337" y="1007357"/>
        <a:ext cx="7512873" cy="399568"/>
      </dsp:txXfrm>
    </dsp:sp>
    <dsp:sp modelId="{CD8B7C51-CB78-4C29-8D53-6B3DEDB8B236}">
      <dsp:nvSpPr>
        <dsp:cNvPr id="0" name=""/>
        <dsp:cNvSpPr/>
      </dsp:nvSpPr>
      <dsp:spPr>
        <a:xfrm>
          <a:off x="0" y="2123791"/>
          <a:ext cx="10794436" cy="614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768" tIns="312420" rIns="83776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 Fournit les données sur le trafic réseau et la bande passante.</a:t>
          </a:r>
        </a:p>
      </dsp:txBody>
      <dsp:txXfrm>
        <a:off x="0" y="2123791"/>
        <a:ext cx="10794436" cy="614250"/>
      </dsp:txXfrm>
    </dsp:sp>
    <dsp:sp modelId="{3F3F17F8-D8D3-404C-BD8C-2D989FC1AFCA}">
      <dsp:nvSpPr>
        <dsp:cNvPr id="0" name=""/>
        <dsp:cNvSpPr/>
      </dsp:nvSpPr>
      <dsp:spPr>
        <a:xfrm>
          <a:off x="539721" y="1902391"/>
          <a:ext cx="755610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603" tIns="0" rIns="28560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 dirty="0"/>
            <a:t>Neutron</a:t>
          </a:r>
          <a:endParaRPr lang="fr-FR" sz="1500" kern="1200" dirty="0"/>
        </a:p>
      </dsp:txBody>
      <dsp:txXfrm>
        <a:off x="561337" y="1924007"/>
        <a:ext cx="7512873" cy="399568"/>
      </dsp:txXfrm>
    </dsp:sp>
    <dsp:sp modelId="{8CB5F819-8C30-4E3B-BCE3-10CAFD75E12C}">
      <dsp:nvSpPr>
        <dsp:cNvPr id="0" name=""/>
        <dsp:cNvSpPr/>
      </dsp:nvSpPr>
      <dsp:spPr>
        <a:xfrm>
          <a:off x="0" y="3040441"/>
          <a:ext cx="10794436" cy="614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768" tIns="312420" rIns="83776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 L'agent de collecte qui récupère les mesures de chaque service.</a:t>
          </a:r>
        </a:p>
      </dsp:txBody>
      <dsp:txXfrm>
        <a:off x="0" y="3040441"/>
        <a:ext cx="10794436" cy="614250"/>
      </dsp:txXfrm>
    </dsp:sp>
    <dsp:sp modelId="{A7D1672F-EF9C-4AB1-AB76-6CADDBCD9171}">
      <dsp:nvSpPr>
        <dsp:cNvPr id="0" name=""/>
        <dsp:cNvSpPr/>
      </dsp:nvSpPr>
      <dsp:spPr>
        <a:xfrm>
          <a:off x="539721" y="2819041"/>
          <a:ext cx="755610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603" tIns="0" rIns="28560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 dirty="0" err="1"/>
            <a:t>Ceilometer</a:t>
          </a:r>
          <a:endParaRPr lang="fr-FR" sz="1500" kern="1200" dirty="0"/>
        </a:p>
      </dsp:txBody>
      <dsp:txXfrm>
        <a:off x="561337" y="2840657"/>
        <a:ext cx="7512873" cy="399568"/>
      </dsp:txXfrm>
    </dsp:sp>
    <dsp:sp modelId="{CBB4C074-AB36-4ADB-9EE4-E7047AC7DC97}">
      <dsp:nvSpPr>
        <dsp:cNvPr id="0" name=""/>
        <dsp:cNvSpPr/>
      </dsp:nvSpPr>
      <dsp:spPr>
        <a:xfrm>
          <a:off x="0" y="3957091"/>
          <a:ext cx="10794436" cy="614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768" tIns="312420" rIns="83776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 La base de données de séries temporelles qui indexe et stocke les ressources et les mesures.</a:t>
          </a:r>
        </a:p>
      </dsp:txBody>
      <dsp:txXfrm>
        <a:off x="0" y="3957091"/>
        <a:ext cx="10794436" cy="614250"/>
      </dsp:txXfrm>
    </dsp:sp>
    <dsp:sp modelId="{9C260C9C-52D8-43A9-B676-2740017488A0}">
      <dsp:nvSpPr>
        <dsp:cNvPr id="0" name=""/>
        <dsp:cNvSpPr/>
      </dsp:nvSpPr>
      <dsp:spPr>
        <a:xfrm>
          <a:off x="539721" y="3735691"/>
          <a:ext cx="755610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603" tIns="0" rIns="28560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 dirty="0"/>
            <a:t>Gnocchi</a:t>
          </a:r>
          <a:endParaRPr lang="fr-FR" sz="1500" kern="1200" dirty="0"/>
        </a:p>
      </dsp:txBody>
      <dsp:txXfrm>
        <a:off x="561337" y="3757307"/>
        <a:ext cx="7512873" cy="3995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74385-2288-4B23-A162-1B66A806514C}">
      <dsp:nvSpPr>
        <dsp:cNvPr id="0" name=""/>
        <dsp:cNvSpPr/>
      </dsp:nvSpPr>
      <dsp:spPr>
        <a:xfrm>
          <a:off x="0" y="411580"/>
          <a:ext cx="9372600" cy="110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418" tIns="562356" rIns="72741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700" kern="1200" dirty="0"/>
            <a:t>Gestion des alarmes.</a:t>
          </a:r>
          <a:endParaRPr lang="fr-CM" sz="2700" kern="1200" dirty="0"/>
        </a:p>
      </dsp:txBody>
      <dsp:txXfrm>
        <a:off x="0" y="411580"/>
        <a:ext cx="9372600" cy="1105650"/>
      </dsp:txXfrm>
    </dsp:sp>
    <dsp:sp modelId="{E4630720-086F-49DC-B716-2D59A087D718}">
      <dsp:nvSpPr>
        <dsp:cNvPr id="0" name=""/>
        <dsp:cNvSpPr/>
      </dsp:nvSpPr>
      <dsp:spPr>
        <a:xfrm>
          <a:off x="468630" y="13060"/>
          <a:ext cx="6560820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983" tIns="0" rIns="24798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2700" kern="1200" dirty="0"/>
            <a:t>Aodh</a:t>
          </a:r>
        </a:p>
      </dsp:txBody>
      <dsp:txXfrm>
        <a:off x="507538" y="51968"/>
        <a:ext cx="6483004" cy="719224"/>
      </dsp:txXfrm>
    </dsp:sp>
    <dsp:sp modelId="{E893A2AF-D62D-4DF0-94D4-CB88AD8EB2F6}">
      <dsp:nvSpPr>
        <dsp:cNvPr id="0" name=""/>
        <dsp:cNvSpPr/>
      </dsp:nvSpPr>
      <dsp:spPr>
        <a:xfrm>
          <a:off x="0" y="2061550"/>
          <a:ext cx="9372600" cy="110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418" tIns="562356" rIns="72741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700" kern="1200" dirty="0"/>
            <a:t>Gestion des événements</a:t>
          </a:r>
        </a:p>
      </dsp:txBody>
      <dsp:txXfrm>
        <a:off x="0" y="2061550"/>
        <a:ext cx="9372600" cy="1105650"/>
      </dsp:txXfrm>
    </dsp:sp>
    <dsp:sp modelId="{87BCB1B0-C78E-4904-B8F4-FCCBFB4AFD0F}">
      <dsp:nvSpPr>
        <dsp:cNvPr id="0" name=""/>
        <dsp:cNvSpPr/>
      </dsp:nvSpPr>
      <dsp:spPr>
        <a:xfrm>
          <a:off x="468630" y="1663030"/>
          <a:ext cx="6560820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983" tIns="0" rIns="24798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Panko</a:t>
          </a:r>
        </a:p>
      </dsp:txBody>
      <dsp:txXfrm>
        <a:off x="507538" y="1701938"/>
        <a:ext cx="6483004" cy="7192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77041C-EF25-4ECD-96CF-BB7D4558DFFA}">
      <dsp:nvSpPr>
        <dsp:cNvPr id="0" name=""/>
        <dsp:cNvSpPr/>
      </dsp:nvSpPr>
      <dsp:spPr>
        <a:xfrm>
          <a:off x="0" y="337390"/>
          <a:ext cx="10143744" cy="859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267" tIns="437388" rIns="78726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 ExpressJS – Agit comme middleware entre OpenStack et le Client.</a:t>
          </a:r>
          <a:endParaRPr lang="fr-CM" sz="2100" kern="1200" dirty="0"/>
        </a:p>
      </dsp:txBody>
      <dsp:txXfrm>
        <a:off x="0" y="337390"/>
        <a:ext cx="10143744" cy="859950"/>
      </dsp:txXfrm>
    </dsp:sp>
    <dsp:sp modelId="{E9B9FB63-CAB1-472F-BA80-26980FB891D5}">
      <dsp:nvSpPr>
        <dsp:cNvPr id="0" name=""/>
        <dsp:cNvSpPr/>
      </dsp:nvSpPr>
      <dsp:spPr>
        <a:xfrm>
          <a:off x="507187" y="27430"/>
          <a:ext cx="710062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387" tIns="0" rIns="2683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 dirty="0"/>
            <a:t>Backend</a:t>
          </a:r>
          <a:endParaRPr lang="fr-CM" sz="2100" kern="1200" dirty="0"/>
        </a:p>
      </dsp:txBody>
      <dsp:txXfrm>
        <a:off x="537449" y="57692"/>
        <a:ext cx="7040096" cy="559396"/>
      </dsp:txXfrm>
    </dsp:sp>
    <dsp:sp modelId="{DD5D7EDB-90E7-4BFF-B0D4-7667C1C49F77}">
      <dsp:nvSpPr>
        <dsp:cNvPr id="0" name=""/>
        <dsp:cNvSpPr/>
      </dsp:nvSpPr>
      <dsp:spPr>
        <a:xfrm>
          <a:off x="0" y="1620701"/>
          <a:ext cx="10143744" cy="859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267" tIns="437388" rIns="78726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 AngularJS – Interface utilisateur dynamique.</a:t>
          </a:r>
        </a:p>
      </dsp:txBody>
      <dsp:txXfrm>
        <a:off x="0" y="1620701"/>
        <a:ext cx="10143744" cy="859950"/>
      </dsp:txXfrm>
    </dsp:sp>
    <dsp:sp modelId="{7CF568B2-481B-45FB-96C0-7D2458507CD6}">
      <dsp:nvSpPr>
        <dsp:cNvPr id="0" name=""/>
        <dsp:cNvSpPr/>
      </dsp:nvSpPr>
      <dsp:spPr>
        <a:xfrm>
          <a:off x="507187" y="1310741"/>
          <a:ext cx="710062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387" tIns="0" rIns="2683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 dirty="0"/>
            <a:t>Frontend</a:t>
          </a:r>
          <a:endParaRPr lang="fr-FR" sz="2100" kern="1200" dirty="0"/>
        </a:p>
      </dsp:txBody>
      <dsp:txXfrm>
        <a:off x="537449" y="1341003"/>
        <a:ext cx="7040096" cy="559396"/>
      </dsp:txXfrm>
    </dsp:sp>
    <dsp:sp modelId="{244AC52C-1457-4B39-ACBC-8A7839F7ABED}">
      <dsp:nvSpPr>
        <dsp:cNvPr id="0" name=""/>
        <dsp:cNvSpPr/>
      </dsp:nvSpPr>
      <dsp:spPr>
        <a:xfrm>
          <a:off x="0" y="2904011"/>
          <a:ext cx="10143744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267" tIns="437388" rIns="78726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 MongoDB – Pour stocker les configurations utilisateurs, les alertes et les historiques de sessions.</a:t>
          </a:r>
        </a:p>
      </dsp:txBody>
      <dsp:txXfrm>
        <a:off x="0" y="2904011"/>
        <a:ext cx="10143744" cy="1124550"/>
      </dsp:txXfrm>
    </dsp:sp>
    <dsp:sp modelId="{8B2A5152-7DDA-41C5-9F73-94589965401E}">
      <dsp:nvSpPr>
        <dsp:cNvPr id="0" name=""/>
        <dsp:cNvSpPr/>
      </dsp:nvSpPr>
      <dsp:spPr>
        <a:xfrm>
          <a:off x="507187" y="2594051"/>
          <a:ext cx="710062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387" tIns="0" rIns="2683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 dirty="0"/>
            <a:t>Base de données locale</a:t>
          </a:r>
          <a:endParaRPr lang="fr-FR" sz="2100" kern="1200" dirty="0"/>
        </a:p>
      </dsp:txBody>
      <dsp:txXfrm>
        <a:off x="537449" y="2624313"/>
        <a:ext cx="7040096" cy="5593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4316C9-C91D-45DC-9E06-486512F2EEB8}">
      <dsp:nvSpPr>
        <dsp:cNvPr id="0" name=""/>
        <dsp:cNvSpPr/>
      </dsp:nvSpPr>
      <dsp:spPr>
        <a:xfrm>
          <a:off x="0" y="387503"/>
          <a:ext cx="10966244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1102" tIns="374904" rIns="85110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 Implémentation d'un module de connexion via l'API Keystone.</a:t>
          </a:r>
          <a:endParaRPr lang="fr-CM" sz="1800" kern="1200" dirty="0"/>
        </a:p>
      </dsp:txBody>
      <dsp:txXfrm>
        <a:off x="0" y="387503"/>
        <a:ext cx="10966244" cy="737100"/>
      </dsp:txXfrm>
    </dsp:sp>
    <dsp:sp modelId="{2F08A7B7-5C6C-4F87-B43E-9218CCE00CB3}">
      <dsp:nvSpPr>
        <dsp:cNvPr id="0" name=""/>
        <dsp:cNvSpPr/>
      </dsp:nvSpPr>
      <dsp:spPr>
        <a:xfrm>
          <a:off x="548312" y="121823"/>
          <a:ext cx="7676371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149" tIns="0" rIns="29014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Authentification</a:t>
          </a:r>
          <a:endParaRPr lang="fr-CM" sz="1800" kern="1200" dirty="0"/>
        </a:p>
      </dsp:txBody>
      <dsp:txXfrm>
        <a:off x="574251" y="147762"/>
        <a:ext cx="7624493" cy="479482"/>
      </dsp:txXfrm>
    </dsp:sp>
    <dsp:sp modelId="{664AB519-E1FC-46F0-9745-E44836358458}">
      <dsp:nvSpPr>
        <dsp:cNvPr id="0" name=""/>
        <dsp:cNvSpPr/>
      </dsp:nvSpPr>
      <dsp:spPr>
        <a:xfrm>
          <a:off x="0" y="1487483"/>
          <a:ext cx="10966244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1102" tIns="374904" rIns="85110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 Création de routes pour récupérer les mesures (</a:t>
          </a:r>
          <a:r>
            <a:rPr lang="fr-FR" sz="1800" kern="1200" dirty="0" err="1"/>
            <a:t>metrics</a:t>
          </a:r>
          <a:r>
            <a:rPr lang="fr-FR" sz="1800" kern="1200" dirty="0"/>
            <a:t>) et les ressources (</a:t>
          </a:r>
          <a:r>
            <a:rPr lang="fr-FR" sz="1800" kern="1200" dirty="0" err="1"/>
            <a:t>resources</a:t>
          </a:r>
          <a:r>
            <a:rPr lang="fr-FR" sz="1800" kern="1200" dirty="0"/>
            <a:t>).</a:t>
          </a:r>
        </a:p>
      </dsp:txBody>
      <dsp:txXfrm>
        <a:off x="0" y="1487483"/>
        <a:ext cx="10966244" cy="737100"/>
      </dsp:txXfrm>
    </dsp:sp>
    <dsp:sp modelId="{9B37E684-FE41-447E-9095-56704190C70A}">
      <dsp:nvSpPr>
        <dsp:cNvPr id="0" name=""/>
        <dsp:cNvSpPr/>
      </dsp:nvSpPr>
      <dsp:spPr>
        <a:xfrm>
          <a:off x="548312" y="1221803"/>
          <a:ext cx="7676371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149" tIns="0" rIns="29014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Consommation API Gnocchi</a:t>
          </a:r>
          <a:endParaRPr lang="fr-FR" sz="1800" kern="1200" dirty="0"/>
        </a:p>
      </dsp:txBody>
      <dsp:txXfrm>
        <a:off x="574251" y="1247742"/>
        <a:ext cx="7624493" cy="479482"/>
      </dsp:txXfrm>
    </dsp:sp>
    <dsp:sp modelId="{6915172C-DE63-4AC4-9F20-3D14E87A06FA}">
      <dsp:nvSpPr>
        <dsp:cNvPr id="0" name=""/>
        <dsp:cNvSpPr/>
      </dsp:nvSpPr>
      <dsp:spPr>
        <a:xfrm>
          <a:off x="0" y="2587464"/>
          <a:ext cx="10966244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1102" tIns="374904" rIns="85110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 Formatage des données JSON brutes reçues d'</a:t>
          </a:r>
          <a:r>
            <a:rPr lang="fr-FR" sz="1800" kern="1200" dirty="0" err="1"/>
            <a:t>OpenStack</a:t>
          </a:r>
          <a:r>
            <a:rPr lang="fr-FR" sz="1800" kern="1200" dirty="0"/>
            <a:t> pour les rendre digestes pour le Frontend.</a:t>
          </a:r>
        </a:p>
      </dsp:txBody>
      <dsp:txXfrm>
        <a:off x="0" y="2587464"/>
        <a:ext cx="10966244" cy="963900"/>
      </dsp:txXfrm>
    </dsp:sp>
    <dsp:sp modelId="{77C51C97-C789-4569-9407-9633F9BA5D35}">
      <dsp:nvSpPr>
        <dsp:cNvPr id="0" name=""/>
        <dsp:cNvSpPr/>
      </dsp:nvSpPr>
      <dsp:spPr>
        <a:xfrm>
          <a:off x="548312" y="2321783"/>
          <a:ext cx="7676371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149" tIns="0" rIns="29014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Traitement des données</a:t>
          </a:r>
          <a:endParaRPr lang="fr-FR" sz="1800" kern="1200" dirty="0"/>
        </a:p>
      </dsp:txBody>
      <dsp:txXfrm>
        <a:off x="574251" y="2347722"/>
        <a:ext cx="7624493" cy="479482"/>
      </dsp:txXfrm>
    </dsp:sp>
    <dsp:sp modelId="{7F2BCE10-7B99-4F25-93AF-BCA8AD70CD54}">
      <dsp:nvSpPr>
        <dsp:cNvPr id="0" name=""/>
        <dsp:cNvSpPr/>
      </dsp:nvSpPr>
      <dsp:spPr>
        <a:xfrm>
          <a:off x="0" y="3914244"/>
          <a:ext cx="10966244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1102" tIns="374904" rIns="851102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 </a:t>
          </a:r>
          <a:r>
            <a:rPr lang="fr-FR" sz="1800" kern="1200" dirty="0"/>
            <a:t>Utilisation de </a:t>
          </a:r>
          <a:r>
            <a:rPr lang="fr-FR" sz="1800" kern="1200" dirty="0" err="1"/>
            <a:t>Mongoose</a:t>
          </a:r>
          <a:r>
            <a:rPr lang="fr-FR" sz="1800" kern="1200" dirty="0"/>
            <a:t> pour stocker les seuils d'alertes personnalisés.</a:t>
          </a:r>
        </a:p>
      </dsp:txBody>
      <dsp:txXfrm>
        <a:off x="0" y="3914244"/>
        <a:ext cx="10966244" cy="737100"/>
      </dsp:txXfrm>
    </dsp:sp>
    <dsp:sp modelId="{FB62E816-6F8D-402B-B09A-B75C737636D0}">
      <dsp:nvSpPr>
        <dsp:cNvPr id="0" name=""/>
        <dsp:cNvSpPr/>
      </dsp:nvSpPr>
      <dsp:spPr>
        <a:xfrm>
          <a:off x="548312" y="3648564"/>
          <a:ext cx="7676371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149" tIns="0" rIns="29014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 dirty="0"/>
            <a:t>Gestion MongoDB</a:t>
          </a:r>
          <a:endParaRPr lang="fr-FR" sz="1800" kern="1200" dirty="0"/>
        </a:p>
      </dsp:txBody>
      <dsp:txXfrm>
        <a:off x="574251" y="3674503"/>
        <a:ext cx="7624493" cy="47948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C56AE-B56B-4050-9750-8EA7E8026F8E}">
      <dsp:nvSpPr>
        <dsp:cNvPr id="0" name=""/>
        <dsp:cNvSpPr/>
      </dsp:nvSpPr>
      <dsp:spPr>
        <a:xfrm>
          <a:off x="0" y="408511"/>
          <a:ext cx="10605246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085" tIns="499872" rIns="82308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 Utilisation de directives AngularJS pour créer des composants de graphes.</a:t>
          </a:r>
          <a:endParaRPr lang="fr-CM" sz="2400" kern="1200" dirty="0"/>
        </a:p>
      </dsp:txBody>
      <dsp:txXfrm>
        <a:off x="0" y="408511"/>
        <a:ext cx="10605246" cy="1285200"/>
      </dsp:txXfrm>
    </dsp:sp>
    <dsp:sp modelId="{D91F1163-CD3F-4897-B4F0-169482A7DAA0}">
      <dsp:nvSpPr>
        <dsp:cNvPr id="0" name=""/>
        <dsp:cNvSpPr/>
      </dsp:nvSpPr>
      <dsp:spPr>
        <a:xfrm>
          <a:off x="530262" y="54271"/>
          <a:ext cx="7423672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597" tIns="0" rIns="28059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Interface de Dashboard</a:t>
          </a:r>
          <a:endParaRPr lang="fr-CM" sz="2400" kern="1200" dirty="0"/>
        </a:p>
      </dsp:txBody>
      <dsp:txXfrm>
        <a:off x="564847" y="88856"/>
        <a:ext cx="7354502" cy="639310"/>
      </dsp:txXfrm>
    </dsp:sp>
    <dsp:sp modelId="{ADB1A13A-E9B2-43A9-A9EA-324FDB7CAA5D}">
      <dsp:nvSpPr>
        <dsp:cNvPr id="0" name=""/>
        <dsp:cNvSpPr/>
      </dsp:nvSpPr>
      <dsp:spPr>
        <a:xfrm>
          <a:off x="0" y="2177551"/>
          <a:ext cx="10605246" cy="192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085" tIns="499872" rIns="82308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 Mise en place d'un service centralisé pour maintenir l'état des métriques en temps réel.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2400" kern="1200" dirty="0"/>
            <a:t>Cela évite de recharger les données inutilement lors de la navigation entre les vues (ex: passer de la vue CPU à la vue Réseau).</a:t>
          </a:r>
        </a:p>
      </dsp:txBody>
      <dsp:txXfrm>
        <a:off x="0" y="2177551"/>
        <a:ext cx="10605246" cy="1927800"/>
      </dsp:txXfrm>
    </dsp:sp>
    <dsp:sp modelId="{C267A0DE-31AE-45E0-906D-D6661BAC99DB}">
      <dsp:nvSpPr>
        <dsp:cNvPr id="0" name=""/>
        <dsp:cNvSpPr/>
      </dsp:nvSpPr>
      <dsp:spPr>
        <a:xfrm>
          <a:off x="530262" y="1823311"/>
          <a:ext cx="7423672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597" tIns="0" rIns="28059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Gestion d'État (State Management)</a:t>
          </a:r>
          <a:endParaRPr lang="fr-FR" sz="2400" kern="1200" dirty="0"/>
        </a:p>
      </dsp:txBody>
      <dsp:txXfrm>
        <a:off x="564847" y="1857896"/>
        <a:ext cx="7354502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7FDB26-16AF-4C82-AF7A-92449513F3F4}" type="datetime1">
              <a:rPr lang="fr-FR" smtClean="0"/>
              <a:t>20/03/2026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60E9541-3375-4528-AC9C-1D7FD00C3017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E27949C9-1C26-45BB-BA53-FCDDA512553D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70CDC4-B118-436F-8999-4E53124174C8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B3B74C-3552-4EC5-970E-EA08B17DE6C3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86671B-8518-416E-9A93-110C3FC765B0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5CA171-7817-4EB8-BD06-8DC08B6DD669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CB6A67-71AB-4430-8E9A-3C4E54AB6270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78E809-7279-41D4-8D12-46601669AEF8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 hasCustomPrompt="1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fr-FR" noProof="0"/>
              <a:t>Modifiez le style du titre du masque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E15B8F-B91C-47AC-B98D-C114892A6229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769C86-3347-4673-9EED-DCA59A1E5DED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1F1C99-0FCE-4E24-B45E-A6B8B87EE97A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fr-FR" noProof="0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2C3B24-D805-4A76-8E65-C9738296B930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7" name="Connecteur droit 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7726DE0-7F70-4976-999D-381380B45882}" type="datetime1">
              <a:rPr lang="fr-FR" noProof="0" smtClean="0"/>
              <a:t>20/03/2026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cxnSp>
        <p:nvCxnSpPr>
          <p:cNvPr id="7" name="Connecteur droit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 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fr-FR" dirty="0">
                <a:solidFill>
                  <a:srgbClr val="FFFFFF"/>
                </a:solidFill>
              </a:rPr>
              <a:t>Cahier de </a:t>
            </a:r>
            <a:r>
              <a:rPr lang="fr-FR" dirty="0" err="1">
                <a:solidFill>
                  <a:srgbClr val="FFFFFF"/>
                </a:solidFill>
              </a:rPr>
              <a:t>realisation</a:t>
            </a:r>
            <a:endParaRPr lang="fr-FR" dirty="0">
              <a:solidFill>
                <a:srgbClr val="FFFFFF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/>
          </a:bodyPr>
          <a:lstStyle/>
          <a:p>
            <a:pPr rtl="0"/>
            <a:r>
              <a:rPr lang="fr-FR" dirty="0">
                <a:solidFill>
                  <a:srgbClr val="FFFFFF"/>
                </a:solidFill>
              </a:rPr>
              <a:t>Projet : Monitoring et Télémétrie avec </a:t>
            </a:r>
            <a:r>
              <a:rPr lang="fr-FR" dirty="0" err="1">
                <a:solidFill>
                  <a:srgbClr val="FFFFFF"/>
                </a:solidFill>
              </a:rPr>
              <a:t>Ceilometer</a:t>
            </a:r>
            <a:r>
              <a:rPr lang="fr-FR" dirty="0">
                <a:solidFill>
                  <a:srgbClr val="FFFFFF"/>
                </a:solidFill>
              </a:rPr>
              <a:t> et Gnocchi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C768B4-6435-43F1-8F30-4E325718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PLAN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099B6799-85EA-4576-BB4F-5C2BD39E45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026376"/>
              </p:ext>
            </p:extLst>
          </p:nvPr>
        </p:nvGraphicFramePr>
        <p:xfrm>
          <a:off x="1024127" y="2084832"/>
          <a:ext cx="10576201" cy="3894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020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21B762-1E72-49F2-97B6-5A06D0BD6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0B6773-8FCC-4599-903B-3A2171D63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305696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un environnement Cloud moderne, la visibilité sur l'utilisation des ressources est un enjeu stratégique, tant pour la stabilité technique que pour la viabilité économique. Le projet de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Télémétrie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OpenStack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pour objectif de transformer les flux de données brutes issus de l'infrastructure en informations exploitables pour le monitoring et la gestion des coûts.</a:t>
            </a:r>
            <a:endParaRPr lang="fr-C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815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1A8497-0187-44FC-A9CC-CD2F003E5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67286"/>
            <a:ext cx="9720072" cy="1499616"/>
          </a:xfrm>
        </p:spPr>
        <p:txBody>
          <a:bodyPr/>
          <a:lstStyle/>
          <a:p>
            <a:r>
              <a:rPr lang="fr-CM" dirty="0"/>
              <a:t>Rappel sur les Objectifs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1421F4-8596-490B-9233-357930C59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756" y="1735916"/>
            <a:ext cx="10413949" cy="4889002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L’objectif principal du projet est de déployer une solution intégrée de supervision et de facturation des ressources OpenStack. Elle devra être capable de :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Collecter automatiquement les métriques liées aux ressources cloud (CPU, mémoire, stockage, trafic réseau, etc.) ;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Stocker ces données sous forme de séries temporelles via Gnocchi pour permettre des analyses historiques ;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Générer des indicateurs de performance et des alertes en cas d’anomalies ;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Évaluer et estimer les coûts d’utilisation des ressources selon les projets et utilisateurs.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terme, le projet vise à améliorer la visibilité sur l’utilisation du cloud, optimiser la gestion des ressources et faciliter la facturation basée sur la consommation réelle.</a:t>
            </a:r>
          </a:p>
          <a:p>
            <a:pPr marL="0" indent="0">
              <a:lnSpc>
                <a:spcPct val="160000"/>
              </a:lnSpc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324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4D554E-4F4F-4657-B6EA-D2FA22EBB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11353800" cy="1463040"/>
          </a:xfrm>
        </p:spPr>
        <p:txBody>
          <a:bodyPr>
            <a:normAutofit/>
          </a:bodyPr>
          <a:lstStyle/>
          <a:p>
            <a:pPr algn="l"/>
            <a:r>
              <a:rPr lang="fr-CM" sz="3600" dirty="0"/>
              <a:t>Besoins fonctionnels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5B0A52E-FA43-485C-9AD8-338333B1DA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437173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584807-8472-45CF-A13A-439A2623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Besoins Fonctionnels</a:t>
            </a:r>
          </a:p>
        </p:txBody>
      </p:sp>
      <p:graphicFrame>
        <p:nvGraphicFramePr>
          <p:cNvPr id="9" name="Espace réservé du contenu 3">
            <a:extLst>
              <a:ext uri="{FF2B5EF4-FFF2-40B4-BE49-F238E27FC236}">
                <a16:creationId xmlns:a16="http://schemas.microsoft.com/office/drawing/2014/main" id="{36F8DDF6-D253-4650-AB50-7F1E3BC9B3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848109"/>
              </p:ext>
            </p:extLst>
          </p:nvPr>
        </p:nvGraphicFramePr>
        <p:xfrm>
          <a:off x="1024128" y="1881632"/>
          <a:ext cx="10566929" cy="4463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AF5F8B96-702E-4052-A9BE-BD82A225DA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143" y="2102762"/>
            <a:ext cx="488037" cy="48803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F6F29C0-CE68-4B5B-8BE6-B9F48D2F8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2624" y="2802893"/>
            <a:ext cx="488037" cy="48803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52A8C77-9A7A-4984-84C5-A260D13352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191" y="3517276"/>
            <a:ext cx="488037" cy="48803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0CCC7E1-5F68-447C-BEED-9F2762F0F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192" y="4231659"/>
            <a:ext cx="488037" cy="48803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A5730ED-6FE6-4875-985B-C681853589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2624" y="4931417"/>
            <a:ext cx="488037" cy="48803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17CF943-D8E6-43EA-A453-C2656F203E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177" y="5638487"/>
            <a:ext cx="488037" cy="48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2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584807-8472-45CF-A13A-439A2623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Besoins Fonctionnels</a:t>
            </a:r>
          </a:p>
        </p:txBody>
      </p:sp>
      <p:graphicFrame>
        <p:nvGraphicFramePr>
          <p:cNvPr id="9" name="Espace réservé du contenu 3">
            <a:extLst>
              <a:ext uri="{FF2B5EF4-FFF2-40B4-BE49-F238E27FC236}">
                <a16:creationId xmlns:a16="http://schemas.microsoft.com/office/drawing/2014/main" id="{36F8DDF6-D253-4650-AB50-7F1E3BC9B3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5583716"/>
              </p:ext>
            </p:extLst>
          </p:nvPr>
        </p:nvGraphicFramePr>
        <p:xfrm>
          <a:off x="1024128" y="1881632"/>
          <a:ext cx="10566929" cy="4463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6AF3FA9F-0F4E-4343-AB3F-26018576B2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4378" y="2129118"/>
            <a:ext cx="439270" cy="43927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8C4B396-1CE2-47F3-9019-52DCD6EF63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9861" y="2819401"/>
            <a:ext cx="439270" cy="43927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EF859F3-B1E2-4730-9A20-BC84CB3FE7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7779" y="3530019"/>
            <a:ext cx="439270" cy="43927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B086364-656B-4CD3-AFA5-0A18FCE079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5706" y="4254376"/>
            <a:ext cx="439270" cy="43927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24F9EF2-8363-4490-98E6-B209AF83E9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9861" y="4975206"/>
            <a:ext cx="439270" cy="43927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C4588D8-D21F-4155-A26B-BE0236F976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4378" y="5660382"/>
            <a:ext cx="439270" cy="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66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64A5D-2718-4FA1-8D46-A0070C0251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Services </a:t>
            </a:r>
            <a:r>
              <a:rPr lang="fr-FR" dirty="0" err="1"/>
              <a:t>déployes</a:t>
            </a:r>
            <a:endParaRPr lang="fr-CM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DCDBAD-05B7-4328-B5F8-CCF34621C8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fr-FR" dirty="0"/>
              <a:t>Le projet repose sur la récupération de métriques depuis </a:t>
            </a:r>
            <a:r>
              <a:rPr lang="fr-FR" dirty="0" err="1"/>
              <a:t>OpenStack</a:t>
            </a:r>
            <a:r>
              <a:rPr lang="fr-FR" dirty="0"/>
              <a:t> pour les centraliser et les visualiser.</a:t>
            </a: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32418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8F814B-1631-4551-BA6D-727E4CCA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dirty="0"/>
              <a:t>Composants principaux </a:t>
            </a:r>
            <a:endParaRPr lang="fr-CM" sz="4800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2742A01-C4D6-4EAB-AAC9-3301C28961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4884107"/>
              </p:ext>
            </p:extLst>
          </p:nvPr>
        </p:nvGraphicFramePr>
        <p:xfrm>
          <a:off x="709306" y="2084832"/>
          <a:ext cx="10794436" cy="4640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737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8F814B-1631-4551-BA6D-727E4CCA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dirty="0"/>
              <a:t>Composants Additionnels </a:t>
            </a:r>
            <a:endParaRPr lang="fr-CM" sz="4800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2742A01-C4D6-4EAB-AAC9-3301C28961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98260"/>
              </p:ext>
            </p:extLst>
          </p:nvPr>
        </p:nvGraphicFramePr>
        <p:xfrm>
          <a:off x="1024128" y="2084832"/>
          <a:ext cx="9372600" cy="31802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066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CFEBD1-E1E2-444A-9074-E143E333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Stack de Développement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1A5518C1-FBAE-4860-A05D-6F9F56D574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605567"/>
              </p:ext>
            </p:extLst>
          </p:nvPr>
        </p:nvGraphicFramePr>
        <p:xfrm>
          <a:off x="1024128" y="2084832"/>
          <a:ext cx="10143744" cy="4055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6070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F06050-365A-44D9-B476-FD823E5291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Étapes de Réalisation Logicielle</a:t>
            </a:r>
            <a:endParaRPr lang="fr-CM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497FF2-79EA-4BEB-9A13-BB6A6353D3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982558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ED662D-E0E1-43B2-A87B-E97CFF39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dirty="0"/>
              <a:t>A. Backend (Express JS)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888447-2E65-433F-90BB-5D301B7A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993" y="1656735"/>
            <a:ext cx="9720073" cy="4023360"/>
          </a:xfrm>
        </p:spPr>
        <p:txBody>
          <a:bodyPr/>
          <a:lstStyle/>
          <a:p>
            <a:r>
              <a:rPr lang="fr-FR" dirty="0"/>
              <a:t>Le serveur Express JS va jouer le rôle de proxy sécurisé.</a:t>
            </a:r>
            <a:endParaRPr lang="fr-CM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F9B4394C-D818-422C-9669-286674CB95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8186909"/>
              </p:ext>
            </p:extLst>
          </p:nvPr>
        </p:nvGraphicFramePr>
        <p:xfrm>
          <a:off x="596489" y="2084832"/>
          <a:ext cx="10966245" cy="4773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151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2E298-F8A5-4580-A6BA-1D44D8072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B. Frontend (AngularJS &amp; Gestion d'État)</a:t>
            </a:r>
            <a:endParaRPr lang="fr-CM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734281-9B25-4778-97A4-1F7A92404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25" y="1705897"/>
            <a:ext cx="9720073" cy="4023360"/>
          </a:xfrm>
        </p:spPr>
        <p:txBody>
          <a:bodyPr/>
          <a:lstStyle/>
          <a:p>
            <a:r>
              <a:rPr lang="fr-FR" dirty="0"/>
              <a:t>C'est ici que l'utilisateur interagit avec le cloud.</a:t>
            </a:r>
            <a:endParaRPr lang="fr-CM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C3EDD152-C759-4BDB-A1D8-0765A0292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7112353"/>
              </p:ext>
            </p:extLst>
          </p:nvPr>
        </p:nvGraphicFramePr>
        <p:xfrm>
          <a:off x="905435" y="2268071"/>
          <a:ext cx="10605247" cy="4159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0717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A642E-5416-4BEA-8F24-883571A4FC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fr-CM" dirty="0"/>
              <a:t>5. </a:t>
            </a:r>
            <a:r>
              <a:rPr lang="fr-CM" dirty="0" err="1"/>
              <a:t>demo</a:t>
            </a:r>
            <a:endParaRPr lang="fr-CM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2E524C-DAFD-43B2-9EB2-F02DBB2F4F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800758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968195-A1AA-4876-8965-B56BB8EB3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5400" dirty="0"/>
              <a:t>conclusion</a:t>
            </a:r>
            <a:endParaRPr lang="fr-CM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9C01CB-0081-41C9-93CA-96C325B85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3200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en place d'un écosystème de télémétrie robuste sur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OpenStack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se limite pas à une simple collecte de données techniques. Ce projet jette les bases d'un Cloud non seulement performant, mais surtout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auditable et rentable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capable de s'adapter aux besoins changeants des utilisateurs tout en garantissant un contrôle total aux administrateurs.</a:t>
            </a:r>
            <a:endParaRPr lang="fr-C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281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6B4FE8-1D44-45FA-9DDE-2F4ACADC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CM" dirty="0"/>
              <a:t>MERCI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35229E-954C-4037-967E-68604D389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0544019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943_TF22378848.potx" id="{64A03BB9-641C-4E3F-A694-C453BE723143}" vid="{428F3FFD-DDE8-4CA6-BE65-84BE1BF156D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intégrale</Template>
  <TotalTime>1888</TotalTime>
  <Words>660</Words>
  <Application>Microsoft Office PowerPoint</Application>
  <PresentationFormat>Grand écran</PresentationFormat>
  <Paragraphs>81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5" baseType="lpstr">
      <vt:lpstr>Arial</vt:lpstr>
      <vt:lpstr>Calibri</vt:lpstr>
      <vt:lpstr>Times New Roman</vt:lpstr>
      <vt:lpstr>Tw Cen MT</vt:lpstr>
      <vt:lpstr>Tw Cen MT Condensed</vt:lpstr>
      <vt:lpstr>Wingdings</vt:lpstr>
      <vt:lpstr>Wingdings 3</vt:lpstr>
      <vt:lpstr>Intégral</vt:lpstr>
      <vt:lpstr>Cahier de realisation</vt:lpstr>
      <vt:lpstr>PLAN</vt:lpstr>
      <vt:lpstr>introduction</vt:lpstr>
      <vt:lpstr>Rappel sur les Objectifs </vt:lpstr>
      <vt:lpstr>Besoins fonctionnels</vt:lpstr>
      <vt:lpstr>Besoins Fonctionnels</vt:lpstr>
      <vt:lpstr>Besoins Fonctionnels</vt:lpstr>
      <vt:lpstr>Services déployes</vt:lpstr>
      <vt:lpstr>Composants principaux </vt:lpstr>
      <vt:lpstr>Composants Additionnels </vt:lpstr>
      <vt:lpstr>Stack de Développement</vt:lpstr>
      <vt:lpstr>Étapes de Réalisation Logicielle</vt:lpstr>
      <vt:lpstr>A. Backend (Express JS)</vt:lpstr>
      <vt:lpstr>B. Frontend (AngularJS &amp; Gestion d'État)</vt:lpstr>
      <vt:lpstr>5. demo</vt:lpstr>
      <vt:lpstr>conclusion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Cahier de realisation</dc:title>
  <dc:creator>BRANDON POKEM</dc:creator>
  <cp:lastModifiedBy>RONICE MAMELEM DJANZE</cp:lastModifiedBy>
  <cp:revision>24</cp:revision>
  <dcterms:created xsi:type="dcterms:W3CDTF">2026-03-05T16:16:49Z</dcterms:created>
  <dcterms:modified xsi:type="dcterms:W3CDTF">2026-03-20T14:33:14Z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